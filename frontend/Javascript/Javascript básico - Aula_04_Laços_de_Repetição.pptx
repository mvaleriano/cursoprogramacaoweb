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69" r:id="rId2"/>
    <p:sldId id="778" r:id="rId3"/>
    <p:sldId id="797" r:id="rId4"/>
    <p:sldId id="798" r:id="rId5"/>
    <p:sldId id="809" r:id="rId6"/>
    <p:sldId id="799" r:id="rId7"/>
    <p:sldId id="810" r:id="rId8"/>
    <p:sldId id="800" r:id="rId9"/>
    <p:sldId id="808" r:id="rId10"/>
    <p:sldId id="811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BA32"/>
    <a:srgbClr val="FFDA3E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5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449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772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14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126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0456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882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03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25/06/2022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04 – Laços de repetição</a:t>
            </a:r>
            <a:endParaRPr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10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são Laços de Repetição?</a:t>
            </a:r>
            <a:endParaRPr lang="pt-BR" sz="56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" name="Google Shape;65;p14">
            <a:extLst>
              <a:ext uri="{FF2B5EF4-FFF2-40B4-BE49-F238E27FC236}">
                <a16:creationId xmlns:a16="http://schemas.microsoft.com/office/drawing/2014/main" id="{CF91C24E-8935-FBC9-9C57-CCD726DB9001}"/>
              </a:ext>
            </a:extLst>
          </p:cNvPr>
          <p:cNvSpPr txBox="1"/>
          <p:nvPr/>
        </p:nvSpPr>
        <p:spPr>
          <a:xfrm>
            <a:off x="232400" y="2239861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Laços oferecem um jeito fácil e rápido de executar uma ação repetidas vezes.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Podemos pensar em um laço de repetição como um robô onde precisamos andar X passos em uma direção e Y passos em outra; "vá 5 passos para leste“.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	Existem várias formas diferentes de laços, mas eles essencialmente fazem a mesma coisa: repetir uma ação múltiplas vezes ( inclusive você poderá repetir 0 vezes). Os vários mecanismos diferentes de laços oferecem diferentes formas de determinar quando este irá começar ou terminar. Há várias situações em que é mais fácil resolver um problema utilizando um determinado tipo de laço do que outros.</a:t>
            </a:r>
          </a:p>
          <a:p>
            <a:pPr marL="152396">
              <a:buSzPts val="1800"/>
            </a:pPr>
            <a:r>
              <a:rPr lang="pt-BR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1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laços de repetição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Declaração </a:t>
            </a:r>
            <a:r>
              <a:rPr lang="pt-BR" sz="3600" b="1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</a:t>
            </a:r>
            <a:endParaRPr lang="pt-BR" sz="3600" b="1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332139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Um laço </a:t>
            </a:r>
            <a:r>
              <a:rPr lang="pt-BR" sz="2200" b="1" dirty="0">
                <a:solidFill>
                  <a:srgbClr val="1B1B1B"/>
                </a:solidFill>
                <a:latin typeface="Roboto Mono"/>
                <a:sym typeface="Roboto Mono"/>
              </a:rPr>
              <a:t>for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é repetido até que a condição especificada seja falsa. 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for ([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expressãoInicial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]; [condição]; [incremento])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{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	 declaração;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A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[</a:t>
            </a:r>
            <a:r>
              <a:rPr lang="pt-BR" sz="1600" b="1" dirty="0" err="1">
                <a:solidFill>
                  <a:srgbClr val="1B1B1B"/>
                </a:solidFill>
                <a:latin typeface="Roboto Mono"/>
                <a:sym typeface="Roboto Mono"/>
              </a:rPr>
              <a:t>expressãoInicial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]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é inicializada e, caso possível, é executada. Normalmente essa expressão inicializa um ou mais contadores, mas a sintaxe permite expressões de qualquer grau de complexidade. Podendo conter também declaração de variáveis.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A expressão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[condição]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é avaliada. caso o resultado de condição seja verdadeiro, o laço é executado. Se o valor de condição é falso, então o laço terminará. Se a expressão condição é omitida, a condição é assumida como verdadeira.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A instrução é executada. Para executar múltiplas declarações, use uma declaração em bloco ({ ... }) para agrupá-las.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A atualização da expressão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[incremento]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, se houver, executa, e retorna o controle para o passo 2.</a:t>
            </a: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B852A6E-6E1E-E16C-234F-368E806D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91" y="1170635"/>
            <a:ext cx="10771464" cy="520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4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laços de repetição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Declaração </a:t>
            </a:r>
            <a:r>
              <a:rPr lang="pt-BR" sz="3600" b="1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while</a:t>
            </a:r>
            <a:endParaRPr lang="pt-BR" sz="3600" b="1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365695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 Executa suas instruções, desde que uma condição especificada seja avaliada como verdadeira.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while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([condição])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{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declaração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Se a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[condição]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se tornar falsa,  a declaração dentro do laço para a execução e o controle é passado para a instrução após o laço.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O teste da condição ocorre antes que o laço seja executado. Desta forma se a condição for verdadeira o laço executará e testará a condição novamente. Se a condição for falsa o laço termina e passa o controle para as instruções após o laço.</a:t>
            </a:r>
          </a:p>
          <a:p>
            <a:pPr marL="609596" indent="-457200">
              <a:buSzPts val="1800"/>
              <a:buFont typeface="+mj-lt"/>
              <a:buAutoNum type="arabicPeriod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Para executar múltiplas declarações, use uma declaração em bloco ({ ... }) para agrupar essas declarações.</a:t>
            </a:r>
          </a:p>
        </p:txBody>
      </p:sp>
    </p:spTree>
    <p:extLst>
      <p:ext uri="{BB962C8B-B14F-4D97-AF65-F5344CB8AC3E}">
        <p14:creationId xmlns:p14="http://schemas.microsoft.com/office/powerpoint/2010/main" val="69127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B569576-C00B-F827-5B25-138626496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22" y="1057666"/>
            <a:ext cx="10234569" cy="558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7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laços de repetição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Declaração </a:t>
            </a:r>
            <a:r>
              <a:rPr lang="pt-BR" sz="3200" b="1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do...</a:t>
            </a:r>
            <a:r>
              <a:rPr lang="pt-BR" sz="3600" b="1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while</a:t>
            </a:r>
            <a:endParaRPr lang="pt-BR" sz="3600" b="1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365695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 Executa suas instruções, </a:t>
            </a:r>
            <a:r>
              <a:rPr lang="pt-BR" sz="2400" dirty="0">
                <a:solidFill>
                  <a:srgbClr val="1B1B1B"/>
                </a:solidFill>
                <a:latin typeface="Inter"/>
              </a:rPr>
              <a:t>e 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repetirá até que a condição especificada seja falsa..</a:t>
            </a: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do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{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declaração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while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([condição]);	</a:t>
            </a:r>
          </a:p>
          <a:p>
            <a:pPr marL="2438396" lvl="5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A instrução será executada uma vez antes da condição ser verificada. Para executar múltiplas instruções utilize uma declaração de bloco ({ ... }) para agrupá-las. </a:t>
            </a:r>
          </a:p>
          <a:p>
            <a:pPr marL="152396">
              <a:buSzPts val="1800"/>
            </a:pP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	Caso a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[condição]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seja verdadeira, então o laço será executado novamente. Ao final de cada execução, a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[condição]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é verificada. Quando a condição contida no </a:t>
            </a:r>
            <a:r>
              <a:rPr lang="pt-BR" sz="1600" dirty="0" err="1">
                <a:solidFill>
                  <a:srgbClr val="1B1B1B"/>
                </a:solidFill>
                <a:latin typeface="Roboto Mono"/>
                <a:sym typeface="Roboto Mono"/>
              </a:rPr>
              <a:t>while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 for falsa a execução do laço é terminada e o controle é passado para a instrução seguinte a </a:t>
            </a:r>
            <a:r>
              <a:rPr lang="pt-BR" sz="1600" b="1" dirty="0">
                <a:solidFill>
                  <a:srgbClr val="1B1B1B"/>
                </a:solidFill>
                <a:latin typeface="Roboto Mono"/>
                <a:sym typeface="Roboto Mono"/>
              </a:rPr>
              <a:t>do...</a:t>
            </a:r>
            <a:r>
              <a:rPr lang="pt-BR" sz="1600" b="1" dirty="0" err="1">
                <a:solidFill>
                  <a:srgbClr val="1B1B1B"/>
                </a:solidFill>
                <a:latin typeface="Roboto Mono"/>
                <a:sym typeface="Roboto Mono"/>
              </a:rPr>
              <a:t>while</a:t>
            </a:r>
            <a:r>
              <a:rPr lang="pt-BR" sz="16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734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9347EF5-5991-00A0-99A2-BEB8146FD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73" y="1034954"/>
            <a:ext cx="9750454" cy="550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7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4" name="Google Shape;63;p14">
            <a:extLst>
              <a:ext uri="{FF2B5EF4-FFF2-40B4-BE49-F238E27FC236}">
                <a16:creationId xmlns:a16="http://schemas.microsoft.com/office/drawing/2014/main" id="{986B05A6-78E7-C00F-E9EE-B529F438284D}"/>
              </a:ext>
            </a:extLst>
          </p:cNvPr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laços de repetição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Declaração </a:t>
            </a:r>
            <a:r>
              <a:rPr lang="pt-BR" sz="3200" b="1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for...in</a:t>
            </a:r>
            <a:endParaRPr lang="pt-BR" sz="3600" b="1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48D73223-5215-4EE5-CCD0-BF8407B6DAE0}"/>
              </a:ext>
            </a:extLst>
          </p:cNvPr>
          <p:cNvSpPr txBox="1"/>
          <p:nvPr/>
        </p:nvSpPr>
        <p:spPr>
          <a:xfrm>
            <a:off x="232400" y="2365695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 Executa iterações a partir de uma variável específica, percorrendo todas as propriedades de um </a:t>
            </a:r>
            <a:r>
              <a:rPr lang="pt-BR" sz="2400" b="1" i="0" dirty="0">
                <a:solidFill>
                  <a:srgbClr val="1B1B1B"/>
                </a:solidFill>
                <a:effectLst/>
                <a:latin typeface="Inter"/>
              </a:rPr>
              <a:t>objeto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.</a:t>
            </a:r>
            <a:endParaRPr lang="pt-BR" sz="2200" b="0" i="1" dirty="0">
              <a:solidFill>
                <a:srgbClr val="1B1B1B"/>
              </a:solidFill>
              <a:effectLst/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for (variável in objeto) {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 declarações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413701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04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4" name="Google Shape;63;p14">
            <a:extLst>
              <a:ext uri="{FF2B5EF4-FFF2-40B4-BE49-F238E27FC236}">
                <a16:creationId xmlns:a16="http://schemas.microsoft.com/office/drawing/2014/main" id="{986B05A6-78E7-C00F-E9EE-B529F438284D}"/>
              </a:ext>
            </a:extLst>
          </p:cNvPr>
          <p:cNvSpPr txBox="1"/>
          <p:nvPr/>
        </p:nvSpPr>
        <p:spPr>
          <a:xfrm>
            <a:off x="795499" y="727266"/>
            <a:ext cx="10450000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Tipos de laços de repetição</a:t>
            </a:r>
          </a:p>
          <a:p>
            <a:pPr algn="ctr"/>
            <a:r>
              <a:rPr lang="pt-BR" sz="32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Declaração </a:t>
            </a:r>
            <a:r>
              <a:rPr lang="pt-BR" sz="3200" b="1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for...</a:t>
            </a:r>
            <a:r>
              <a:rPr lang="pt-BR" sz="3200" b="1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of</a:t>
            </a:r>
            <a:endParaRPr lang="pt-BR" sz="3600" b="1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" name="Google Shape;65;p14">
            <a:extLst>
              <a:ext uri="{FF2B5EF4-FFF2-40B4-BE49-F238E27FC236}">
                <a16:creationId xmlns:a16="http://schemas.microsoft.com/office/drawing/2014/main" id="{48D73223-5215-4EE5-CCD0-BF8407B6DAE0}"/>
              </a:ext>
            </a:extLst>
          </p:cNvPr>
          <p:cNvSpPr txBox="1"/>
          <p:nvPr/>
        </p:nvSpPr>
        <p:spPr>
          <a:xfrm>
            <a:off x="232400" y="2365695"/>
            <a:ext cx="11727200" cy="411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400" b="0" i="0" dirty="0">
                <a:solidFill>
                  <a:srgbClr val="1B1B1B"/>
                </a:solidFill>
                <a:effectLst/>
                <a:latin typeface="Inter"/>
              </a:rPr>
              <a:t> Executa iterações a partir de objetos interativos, percorrendo todas as propriedades executando uma iteração para o valor de cada propriedade distinta.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for (variável </a:t>
            </a:r>
            <a:r>
              <a:rPr lang="pt-BR" sz="2200" i="1" dirty="0" err="1">
                <a:solidFill>
                  <a:srgbClr val="1B1B1B"/>
                </a:solidFill>
                <a:latin typeface="Roboto Mono"/>
                <a:sym typeface="Roboto Mono"/>
              </a:rPr>
              <a:t>of</a:t>
            </a: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objeto) {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  declarações</a:t>
            </a:r>
          </a:p>
          <a:p>
            <a:pPr marL="2438396" lvl="5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4290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4626</TotalTime>
  <Words>683</Words>
  <Application>Microsoft Office PowerPoint</Application>
  <PresentationFormat>Widescreen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57</cp:revision>
  <dcterms:created xsi:type="dcterms:W3CDTF">2018-09-27T21:57:56Z</dcterms:created>
  <dcterms:modified xsi:type="dcterms:W3CDTF">2022-06-25T20:24:41Z</dcterms:modified>
</cp:coreProperties>
</file>