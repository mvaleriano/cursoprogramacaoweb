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69" r:id="rId2"/>
    <p:sldId id="778" r:id="rId3"/>
    <p:sldId id="797" r:id="rId4"/>
    <p:sldId id="798" r:id="rId5"/>
    <p:sldId id="794" r:id="rId6"/>
    <p:sldId id="795" r:id="rId7"/>
    <p:sldId id="796" r:id="rId8"/>
    <p:sldId id="799" r:id="rId9"/>
    <p:sldId id="800" r:id="rId10"/>
    <p:sldId id="801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569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554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543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306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712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714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11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18/06/2022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02 </a:t>
            </a:r>
            <a:endParaRPr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dados?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O dado não possui significado relevante e não conduz a nenhuma compreensão. Representa algo que não tem sentido a princípio. Portanto, não tem valor algum para embasar conclusões, muito menos respaldar decisões. Dados são valores recolhidos e estocados tal qual foram adquiridos, sem terem sofrido o menor tratamento.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1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E946CA8-2059-4103-49A4-9519A4CCC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22" y="1828800"/>
            <a:ext cx="10350848" cy="467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 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Todas as linguagens de programação têm sua própria estrutura de dados embutida. 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JavaScript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 é uma linguagem de tipagem </a:t>
            </a:r>
            <a:r>
              <a:rPr lang="pt-BR" b="0" i="1" dirty="0">
                <a:solidFill>
                  <a:srgbClr val="1B1B1B"/>
                </a:solidFill>
                <a:effectLst/>
                <a:latin typeface="Inter"/>
              </a:rPr>
              <a:t>dinâmica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. Isso significa que você não necessita declarar o tipo de uma variável antes de sua atribuição. O tipo será automaticamente determinado quando o programa for processado. Isso também significa que você pode reatribuir uma mesma variável com um tipo diferente: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Inter"/>
            </a:endParaRPr>
          </a:p>
          <a:p>
            <a:pPr marL="152396">
              <a:buSzPts val="1800"/>
            </a:pPr>
            <a:endParaRPr lang="pt-BR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066796" lvl="2">
              <a:buSzPts val="1800"/>
            </a:pPr>
            <a:r>
              <a:rPr lang="pt-BR" sz="2800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var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variavel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= 42;    //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variavel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é um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Number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agora</a:t>
            </a:r>
          </a:p>
          <a:p>
            <a:pPr marL="1066796" lvl="2">
              <a:buSzPts val="1800"/>
            </a:pP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	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variavel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    = "bar"; //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variavel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é um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agora</a:t>
            </a:r>
          </a:p>
          <a:p>
            <a:pPr marL="1066796" lvl="2">
              <a:buSzPts val="1800"/>
            </a:pP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	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variavel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    =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;  //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variavel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é um </a:t>
            </a:r>
            <a:r>
              <a:rPr lang="pt-BR" sz="2800" b="0" i="0" dirty="0" err="1">
                <a:solidFill>
                  <a:srgbClr val="1B1B1B"/>
                </a:solidFill>
                <a:effectLst/>
                <a:latin typeface="Inter"/>
              </a:rPr>
              <a:t>Boolean</a:t>
            </a:r>
            <a:r>
              <a:rPr lang="pt-BR" sz="2800" b="0" i="0" dirty="0">
                <a:solidFill>
                  <a:srgbClr val="1B1B1B"/>
                </a:solidFill>
                <a:effectLst/>
                <a:latin typeface="Inter"/>
              </a:rPr>
              <a:t> agora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5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Valores primitivos :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O conjunto de tipos na linguagem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consiste em valores e objetos primitivos.</a:t>
            </a:r>
          </a:p>
          <a:p>
            <a:pPr marL="152396">
              <a:buSzPts val="1800"/>
            </a:pP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Todos os tipos, exceto objetos, definem valores imutáveis (ou seja, valores que não podem ser alterados). Por exemplo,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são imutáveis. Referimo-nos a valores desses tipos como "valores primitivos". </a:t>
            </a: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Boolean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Null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BigInt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Symbol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409696" lvl="2" indent="-342900">
              <a:buSzPts val="18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e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Object</a:t>
            </a:r>
            <a:endParaRPr lang="pt-BR" sz="20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3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1736522"/>
            <a:ext cx="11727200" cy="49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Roboto Mono"/>
                <a:sym typeface="Roboto Mono"/>
              </a:rPr>
              <a:t>Boolean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 (</a:t>
            </a: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Booleano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) :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É um tipo de dado lógico que pode ter apenas um de dois valores possíveis: verdadeiro ou falso. Por exemplo, em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, condicionais booleanas são usadas para decidir quais trechos do código serão executados ou repetidas. </a:t>
            </a:r>
          </a:p>
          <a:p>
            <a:pPr marL="1066796" lvl="2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if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(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condicao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booleana) {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  //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codigo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a executar se o booleano for TRUE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3352796" lvl="7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if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(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condicao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booleana) {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 console.log("booleano é verdadeiro");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}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else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{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 console.log("booleano é falso");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3352796" lvl="7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/*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for loop */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for (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variavel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de controle;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condicao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booleana; contador) {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 //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codigo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a se repetir se o booleano for TRUE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3352796" lvl="7">
              <a:buSzPts val="1800"/>
            </a:pPr>
            <a:endParaRPr lang="pt-BR" sz="1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for (var i=0; i &lt; 4; i++) {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 console.log("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codigo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a executar se a </a:t>
            </a:r>
            <a:r>
              <a:rPr lang="pt-BR" sz="1200" i="1" dirty="0" err="1">
                <a:solidFill>
                  <a:srgbClr val="1B1B1B"/>
                </a:solidFill>
                <a:latin typeface="Roboto Mono"/>
                <a:sym typeface="Roboto Mono"/>
              </a:rPr>
              <a:t>condicao</a:t>
            </a: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 for verdadeira, ou seja até 'i' atingir o valor de 4 ");</a:t>
            </a:r>
          </a:p>
          <a:p>
            <a:pPr marL="3352796" lvl="7">
              <a:buSzPts val="1800"/>
            </a:pPr>
            <a:r>
              <a:rPr lang="pt-BR" sz="1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1736522"/>
            <a:ext cx="11727200" cy="49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 err="1">
                <a:solidFill>
                  <a:srgbClr val="1B1B1B"/>
                </a:solidFill>
                <a:effectLst/>
                <a:latin typeface="Inter"/>
              </a:rPr>
              <a:t>undefined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 :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Um valor automaticamente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atribuido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para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variaveis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que foram recentemente declaradas ou para argumentos formais para qual não existem argumentos atualmente.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Voce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pode utilizar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com os operadores de igualdade e desigualdade estritas ( === ) para determinar se a variável possui um valor. Uma variável que não teve um valor atribuído é do tipo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. Um método ou sentença também retorna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se a variável que está sendo avaliada não tem um valor atribuído. Uma função retorna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se um valor não for retornado.</a:t>
            </a:r>
          </a:p>
          <a:p>
            <a:pPr marL="152396">
              <a:buSzPts val="1800"/>
            </a:pP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var x;</a:t>
            </a:r>
          </a:p>
          <a:p>
            <a:pPr marL="3809996" lvl="8">
              <a:buSzPts val="1800"/>
            </a:pP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if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(x === </a:t>
            </a: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undefined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) {</a:t>
            </a: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  // sentenças aqui são executadas</a:t>
            </a: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3809996" lvl="8">
              <a:buSzPts val="1800"/>
            </a:pP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else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{</a:t>
            </a: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  // o código aqui não é executado</a:t>
            </a: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  <a:p>
            <a:pPr marL="152396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32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7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1736522"/>
            <a:ext cx="11727200" cy="49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Inter"/>
              </a:rPr>
              <a:t>n</a:t>
            </a:r>
            <a:r>
              <a:rPr lang="pt-BR" sz="2400" b="1" i="0" dirty="0" err="1">
                <a:solidFill>
                  <a:srgbClr val="1B1B1B"/>
                </a:solidFill>
                <a:effectLst/>
                <a:latin typeface="Inter"/>
              </a:rPr>
              <a:t>umber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 :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De acordo com os padrões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ECMAScript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, existe somente um tipo numérico. (número entre -(253 -1) e 253 -1). Não existe um tipo específico para inteiros. Além de poderem representar números de ponto-flutuante.</a:t>
            </a:r>
          </a:p>
          <a:p>
            <a:pPr marL="152396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var x = 42;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var idade = 25;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var altura = 1.75;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var peso = 74.3;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32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6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1736522"/>
            <a:ext cx="11727200" cy="49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Inter"/>
              </a:rPr>
              <a:t>string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 :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É usado para representar dados textuais. Isto é um conjunto de "elementos" de valores. Cada elemento na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ocupa uma posição na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. O primeiro elemento está no índice 0, o próximo no índice 1, e assim por diante. O comprimento de uma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é o número de elementos nela. Diferente de linguagens como C,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em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são imutáveis. Isto significa que: uma vez criada 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, não é possível modificá-la.</a:t>
            </a: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 var nome = “João da silva”;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32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3384CE3-D8AD-F1A5-3044-37615C112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06" y="4273359"/>
            <a:ext cx="87820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7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1736522"/>
            <a:ext cx="11727200" cy="49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Inter"/>
              </a:rPr>
              <a:t>symbol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 :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um valor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symbol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é criado através da função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Symbol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(), que dinamicamente produz um valor único e anônimo. A única utilização sensata para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para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essa construção é armazená-la em uma variável que será utilizada como chave para uma propriedade de objeto cujo objetivo é torná-lo anônimo.</a:t>
            </a:r>
          </a:p>
          <a:p>
            <a:pPr marL="152396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var sym1 = </a:t>
            </a: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Symbol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();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var sym2 = </a:t>
            </a: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Symbol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("</a:t>
            </a: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foo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");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3809996" lvl="8">
              <a:buSzPts val="1800"/>
            </a:pP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var sym3 = </a:t>
            </a: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Symbol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("</a:t>
            </a:r>
            <a:r>
              <a:rPr lang="pt-BR" sz="2000" i="1" dirty="0" err="1">
                <a:solidFill>
                  <a:srgbClr val="1B1B1B"/>
                </a:solidFill>
                <a:latin typeface="Roboto Mono"/>
                <a:sym typeface="Roboto Mono"/>
              </a:rPr>
              <a:t>foo</a:t>
            </a:r>
            <a:r>
              <a:rPr lang="pt-BR" sz="2000" i="1" dirty="0">
                <a:solidFill>
                  <a:srgbClr val="1B1B1B"/>
                </a:solidFill>
                <a:latin typeface="Roboto Mono"/>
                <a:sym typeface="Roboto Mono"/>
              </a:rPr>
              <a:t>");</a:t>
            </a:r>
          </a:p>
          <a:p>
            <a:pPr marL="3809996" lvl="8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32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109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4190</TotalTime>
  <Words>821</Words>
  <Application>Microsoft Office PowerPoint</Application>
  <PresentationFormat>Widescreen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40</cp:revision>
  <dcterms:created xsi:type="dcterms:W3CDTF">2018-09-27T21:57:56Z</dcterms:created>
  <dcterms:modified xsi:type="dcterms:W3CDTF">2022-06-19T15:52:15Z</dcterms:modified>
</cp:coreProperties>
</file>