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69" r:id="rId2"/>
    <p:sldId id="801" r:id="rId3"/>
    <p:sldId id="806" r:id="rId4"/>
    <p:sldId id="807" r:id="rId5"/>
    <p:sldId id="802" r:id="rId6"/>
    <p:sldId id="803" r:id="rId7"/>
    <p:sldId id="804" r:id="rId8"/>
    <p:sldId id="80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A32"/>
    <a:srgbClr val="FFDA3E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2761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89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732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69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24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302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482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  <a:endParaRPr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F8902DD-DF90-CC48-78CD-C550E8629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22" y="1056149"/>
            <a:ext cx="10620462" cy="54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8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5552B91-0C2F-4F17-6B3B-A8D5534C9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1009650"/>
            <a:ext cx="118300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D6CFFC4-4510-3350-D991-82ADA4D6D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1221822"/>
            <a:ext cx="120967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7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618299F-16BE-390A-EDDC-1D5335FDA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" y="685800"/>
            <a:ext cx="120872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3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87AD868-280A-108D-8DEA-A02AB8087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5099"/>
            <a:ext cx="12192000" cy="537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47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0114F95-7F9C-2142-EF26-659DD0D26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1" y="1220174"/>
            <a:ext cx="11752976" cy="56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3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Desafios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C4C9C19-86A5-C58D-9761-F09E4DAE2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" y="1157418"/>
            <a:ext cx="1164907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48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4629</TotalTime>
  <Words>11</Words>
  <Application>Microsoft Office PowerPoint</Application>
  <PresentationFormat>Widescreen</PresentationFormat>
  <Paragraphs>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57</cp:revision>
  <dcterms:created xsi:type="dcterms:W3CDTF">2018-09-27T21:57:56Z</dcterms:created>
  <dcterms:modified xsi:type="dcterms:W3CDTF">2022-06-25T20:24:20Z</dcterms:modified>
</cp:coreProperties>
</file>