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69" r:id="rId2"/>
    <p:sldId id="797" r:id="rId3"/>
    <p:sldId id="800" r:id="rId4"/>
    <p:sldId id="778" r:id="rId5"/>
    <p:sldId id="798" r:id="rId6"/>
    <p:sldId id="803" r:id="rId7"/>
    <p:sldId id="801" r:id="rId8"/>
    <p:sldId id="804" r:id="rId9"/>
    <p:sldId id="80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BA32"/>
    <a:srgbClr val="FFDA3E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422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59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648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134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6111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935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39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04 – Funções </a:t>
            </a:r>
            <a:endParaRPr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definição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525875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Funções são blocos de construção fundamentais 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Uma função é um procedimento de 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- um conjunto de instruções que executa uma tarefa ou calcula um valor. Para usar uma função, devemos defini-la em algum lugar no escopo do qual você quiser chamá-la.</a:t>
            </a:r>
          </a:p>
          <a:p>
            <a:pPr marL="1981196" lvl="4">
              <a:buSzPts val="1800"/>
            </a:pP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function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nome([param[, param[, ... param]]]) {</a:t>
            </a:r>
          </a:p>
          <a:p>
            <a:pPr marL="1981196" lvl="4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  instruções</a:t>
            </a:r>
          </a:p>
          <a:p>
            <a:pPr marL="1981196" lvl="4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  <a:p>
            <a:pPr marL="1981196" lvl="4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Nome: O nome da função.</a:t>
            </a: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Param: O nome de um argumento a ser passado para a função.</a:t>
            </a: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Instruções: As instruções que formam o corpo da função.</a:t>
            </a: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Declarando uma função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A declaração da função consiste no uso da palavra chave 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function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seguida por: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Nome da Função.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Lista de argumentos para a função, entre parênteses e separados por vírgulas.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Declarações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que definem a função, entre chaves { }.</a:t>
            </a:r>
          </a:p>
          <a:p>
            <a:pPr marL="2895596" lvl="6">
              <a:buSzPts val="1800"/>
            </a:pPr>
            <a:r>
              <a:rPr lang="it-IT" sz="2200" b="1" i="1" dirty="0">
                <a:solidFill>
                  <a:srgbClr val="1B1B1B"/>
                </a:solidFill>
                <a:latin typeface="Roboto Mono"/>
                <a:sym typeface="Roboto Mono"/>
              </a:rPr>
              <a:t>function</a:t>
            </a:r>
            <a:r>
              <a:rPr lang="it-IT" sz="2200" i="1" dirty="0">
                <a:solidFill>
                  <a:srgbClr val="1B1B1B"/>
                </a:solidFill>
                <a:latin typeface="Roboto Mono"/>
                <a:sym typeface="Roboto Mono"/>
              </a:rPr>
              <a:t> square(</a:t>
            </a:r>
            <a:r>
              <a:rPr lang="it-IT" sz="2200" i="1" u="sng" dirty="0">
                <a:solidFill>
                  <a:srgbClr val="1B1B1B"/>
                </a:solidFill>
                <a:latin typeface="Roboto Mono"/>
                <a:sym typeface="Roboto Mono"/>
              </a:rPr>
              <a:t>numero</a:t>
            </a:r>
            <a:r>
              <a:rPr lang="it-IT" sz="2200" i="1" dirty="0">
                <a:solidFill>
                  <a:srgbClr val="1B1B1B"/>
                </a:solidFill>
                <a:latin typeface="Roboto Mono"/>
                <a:sym typeface="Roboto Mono"/>
              </a:rPr>
              <a:t>) {</a:t>
            </a:r>
          </a:p>
          <a:p>
            <a:pPr marL="2895596" lvl="6">
              <a:buSzPts val="1800"/>
            </a:pPr>
            <a:r>
              <a:rPr lang="it-IT" sz="2200" i="1" dirty="0">
                <a:solidFill>
                  <a:srgbClr val="1B1B1B"/>
                </a:solidFill>
                <a:latin typeface="Roboto Mono"/>
                <a:sym typeface="Roboto Mono"/>
              </a:rPr>
              <a:t>  </a:t>
            </a:r>
            <a:r>
              <a:rPr lang="it-IT" sz="2200" b="1" i="1" dirty="0">
                <a:solidFill>
                  <a:srgbClr val="1B1B1B"/>
                </a:solidFill>
                <a:latin typeface="Roboto Mono"/>
                <a:sym typeface="Roboto Mono"/>
              </a:rPr>
              <a:t>return</a:t>
            </a:r>
            <a:r>
              <a:rPr lang="it-IT" sz="2200" i="1" dirty="0">
                <a:solidFill>
                  <a:srgbClr val="1B1B1B"/>
                </a:solidFill>
                <a:latin typeface="Roboto Mono"/>
                <a:sym typeface="Roboto Mono"/>
              </a:rPr>
              <a:t> numero * numero;</a:t>
            </a:r>
          </a:p>
          <a:p>
            <a:pPr marL="2895596" lvl="6">
              <a:buSzPts val="1800"/>
            </a:pPr>
            <a:r>
              <a:rPr lang="it-IT" sz="2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A 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função 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square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recebe um argumento chamado </a:t>
            </a:r>
            <a:r>
              <a:rPr lang="pt-BR" sz="2200" u="sng" dirty="0">
                <a:solidFill>
                  <a:srgbClr val="1B1B1B"/>
                </a:solidFill>
                <a:latin typeface="Roboto Mono"/>
                <a:sym typeface="Roboto Mono"/>
              </a:rPr>
              <a:t>numero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A função consiste em uma instrução que indica para retornar o argumento da função (isto é, numero) multiplicado por si mesmo. A declaração 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return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especifica o valor retornado pela função.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19051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funções?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FD89E54-5B8A-2774-3B5E-FCB9BD45D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22" y="2523005"/>
            <a:ext cx="10952333" cy="200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516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funções?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5876F39-0BD4-AB4D-48CD-3F9D6C280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404" y="2569740"/>
            <a:ext cx="10111980" cy="196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16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Chamando funções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818701"/>
            <a:ext cx="11727200" cy="3539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A definição de uma função não a executa. Definir a função é simplesmente nomear a função e especificar o que fazer quando a função é chamada. Chamar a função executa realmente as ações especificadas com os parâmetros indicados.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			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square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(5);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Os argumentos de uma função não estão limitados 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e números. Você pode passar objetos para uma função.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8130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Parâmetros Predefinidos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332139"/>
            <a:ext cx="11727200" cy="402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Os parâmetros predefinidos de uma função permitem que parâmetros regulares sejam inicializados com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com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valores iniciais caso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ou nenhum valor seja passado.</a:t>
            </a:r>
          </a:p>
          <a:p>
            <a:pPr marL="1981196" lvl="4">
              <a:buSzPts val="1800"/>
            </a:pP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function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[nome]([param1[ = valorPredefinido1 ][, ...,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paramN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[ =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valorPredefinidoN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]]]) {</a:t>
            </a:r>
          </a:p>
          <a:p>
            <a:pPr marL="1981196" lvl="4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  instruções</a:t>
            </a:r>
          </a:p>
          <a:p>
            <a:pPr marL="1981196" lvl="4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os parâmetros de funções tem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como valor predefinido. Contudo, em alguns casos pode ser útil utilizar algum outro valor. É nesta situação em que os parâmetros predefinidos podem ser úteis.</a:t>
            </a:r>
          </a:p>
        </p:txBody>
      </p:sp>
    </p:spTree>
    <p:extLst>
      <p:ext uri="{BB962C8B-B14F-4D97-AF65-F5344CB8AC3E}">
        <p14:creationId xmlns:p14="http://schemas.microsoft.com/office/powerpoint/2010/main" val="1647822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Expressão de função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332139"/>
            <a:ext cx="11727200" cy="402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Funções também podem ser criadas por uma expressão de função. Tal função pode ser anônima; ele 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não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tem que ter um nome.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var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square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function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(numero) {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return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numero * numero};</a:t>
            </a:r>
          </a:p>
          <a:p>
            <a:pPr marL="1981196" lvl="4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var x =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square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(4) //x recebe o valor 16</a:t>
            </a:r>
          </a:p>
          <a:p>
            <a:pPr marL="1981196" lvl="4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As expressões de função são convenientes ao passar uma função como um argumento para outra função. O exemplo a seguir mostra uma função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map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sendo definida e, em seguida, chamada com uma função anônima como seu primeiro parâmetro.</a:t>
            </a:r>
          </a:p>
        </p:txBody>
      </p:sp>
    </p:spTree>
    <p:extLst>
      <p:ext uri="{BB962C8B-B14F-4D97-AF65-F5344CB8AC3E}">
        <p14:creationId xmlns:p14="http://schemas.microsoft.com/office/powerpoint/2010/main" val="98392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funções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Escopo da função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332139"/>
            <a:ext cx="11727200" cy="402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As variáveis definidas no interior de uma função não podem ser acessadas de nenhum lugar fora da função, porque a variável está definida apenas no escopo da função. No entanto, uma função pode acessar todas variáveis e funções definida fora do escopo onde ela está definida. Em outras palavras, a função definida no escopo global pode acessar todas as variáveis definidas no escopo global. A função definida dentro de outra função também pode acessar todas as variáveis definidas na função hospedeira e outras variáveis ao qual a função hospedeira tem acesso.</a:t>
            </a:r>
          </a:p>
        </p:txBody>
      </p:sp>
    </p:spTree>
    <p:extLst>
      <p:ext uri="{BB962C8B-B14F-4D97-AF65-F5344CB8AC3E}">
        <p14:creationId xmlns:p14="http://schemas.microsoft.com/office/powerpoint/2010/main" val="2764477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4615</TotalTime>
  <Words>650</Words>
  <Application>Microsoft Office PowerPoint</Application>
  <PresentationFormat>Widescreen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55</cp:revision>
  <dcterms:created xsi:type="dcterms:W3CDTF">2018-09-27T21:57:56Z</dcterms:created>
  <dcterms:modified xsi:type="dcterms:W3CDTF">2022-06-25T20:14:12Z</dcterms:modified>
</cp:coreProperties>
</file>