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769" r:id="rId2"/>
    <p:sldId id="797" r:id="rId3"/>
    <p:sldId id="838" r:id="rId4"/>
    <p:sldId id="829" r:id="rId5"/>
    <p:sldId id="830" r:id="rId6"/>
    <p:sldId id="831" r:id="rId7"/>
    <p:sldId id="832" r:id="rId8"/>
    <p:sldId id="833" r:id="rId9"/>
    <p:sldId id="834" r:id="rId10"/>
    <p:sldId id="835" r:id="rId11"/>
    <p:sldId id="836" r:id="rId12"/>
    <p:sldId id="837" r:id="rId13"/>
    <p:sldId id="839" r:id="rId14"/>
    <p:sldId id="840" r:id="rId15"/>
    <p:sldId id="828" r:id="rId16"/>
    <p:sldId id="842" r:id="rId17"/>
    <p:sldId id="841" r:id="rId18"/>
    <p:sldId id="819" r:id="rId19"/>
    <p:sldId id="820" r:id="rId20"/>
    <p:sldId id="821" r:id="rId21"/>
    <p:sldId id="822" r:id="rId22"/>
    <p:sldId id="823" r:id="rId23"/>
    <p:sldId id="824" r:id="rId24"/>
    <p:sldId id="825" r:id="rId25"/>
    <p:sldId id="826" r:id="rId26"/>
    <p:sldId id="827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A3E"/>
    <a:srgbClr val="D6BA32"/>
    <a:srgbClr val="F47920"/>
    <a:srgbClr val="1572B6"/>
    <a:srgbClr val="35A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8844-F009-45FC-92E0-5330E07D2391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C18-FEF5-4A10-8A62-F4039403FD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2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10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5742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9552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481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9359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3514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917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1821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0505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3107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4832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941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000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5362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10287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44275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56701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6696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89398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1278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1407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50209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72104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12273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706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4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7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1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2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8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3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</a:t>
            </a:r>
          </a:p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Aula 05 - </a:t>
            </a:r>
            <a:r>
              <a:rPr lang="pt-BR" sz="48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48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sz="48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604F82-D39D-A579-B80D-9584FB80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6" y="841227"/>
            <a:ext cx="3534212" cy="35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propriedade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length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length</a:t>
            </a: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A propriedade “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length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” retorna um valor inteiro (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number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 com a quantidade de elementos de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var array1 = ['branco', 10, 20, 30,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null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]; 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array1.length;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console.log(array1); // resultado será 5</a:t>
            </a: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4517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concat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concat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método “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concat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()”,  serve para concatenar(juntar) dois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var array1 = ['branco', 10, 20, 30,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null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];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var array2 = ['verde', 40, 50, 60,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undefined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];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array1 = array1.concat(array2);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console.log(array1);</a:t>
            </a:r>
          </a:p>
          <a:p>
            <a:pPr marL="2895596" lvl="6">
              <a:buSzPts val="1800"/>
            </a:pPr>
            <a:endParaRPr lang="pt-BR" sz="16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resultado desta operação será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com os elemento dos dois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concatenados.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["branco", 10, 20, 30,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null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, "verde", 40, 50, 60,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undefined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520472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join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join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método “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join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()” agrupa os elementos de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e mostra no formato de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352796" lvl="7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array1 = ['branco', 10, 20, 30];</a:t>
            </a:r>
          </a:p>
          <a:p>
            <a:pPr marL="3352796" lvl="7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array1 = array1.join('-');</a:t>
            </a:r>
          </a:p>
          <a:p>
            <a:pPr marL="3352796" lvl="7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console.log(array1);</a:t>
            </a:r>
          </a:p>
          <a:p>
            <a:pPr marL="2438396" lvl="5">
              <a:buSzPts val="1800"/>
            </a:pP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resultado da operação puxou as propriedades do 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array1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e listou separando com um traço.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	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branco-10-20-30</a:t>
            </a:r>
          </a:p>
        </p:txBody>
      </p:sp>
    </p:spTree>
    <p:extLst>
      <p:ext uri="{BB962C8B-B14F-4D97-AF65-F5344CB8AC3E}">
        <p14:creationId xmlns:p14="http://schemas.microsoft.com/office/powerpoint/2010/main" val="189558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push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push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método “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push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()” serve para adicionarmos elementos no final 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895596" lvl="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array1 = ['branco', 10, 20, 30];</a:t>
            </a:r>
          </a:p>
          <a:p>
            <a:pPr marL="2895596" lvl="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array1.push('novo elemento');</a:t>
            </a:r>
          </a:p>
          <a:p>
            <a:pPr marL="2895596" lvl="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console.log(array1);</a:t>
            </a:r>
          </a:p>
          <a:p>
            <a:pPr marL="2895596" lvl="6">
              <a:buSzPts val="1800"/>
            </a:pP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resultado nos trouxe um novo elemento no final do 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array1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438396" lvl="5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['branco', 10, 20, 30, "novo elemento"]</a:t>
            </a:r>
          </a:p>
        </p:txBody>
      </p:sp>
    </p:spTree>
    <p:extLst>
      <p:ext uri="{BB962C8B-B14F-4D97-AF65-F5344CB8AC3E}">
        <p14:creationId xmlns:p14="http://schemas.microsoft.com/office/powerpoint/2010/main" val="4015432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pop()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.pop()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método “pop()” remove o último elemento de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438396" lvl="5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array1 = ['branco', 10, 20, 30, "novo elemento"];</a:t>
            </a:r>
          </a:p>
          <a:p>
            <a:pPr marL="2438396" lvl="5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array1.pop();</a:t>
            </a:r>
          </a:p>
          <a:p>
            <a:pPr marL="2438396" lvl="5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console.log(array1);</a:t>
            </a:r>
          </a:p>
          <a:p>
            <a:pPr marL="2438396" lvl="5">
              <a:buSzPts val="1800"/>
            </a:pP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Veja que o último elemento do 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array1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foi removido.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['branco', 10, 20, 30]</a:t>
            </a:r>
          </a:p>
        </p:txBody>
      </p:sp>
    </p:spTree>
    <p:extLst>
      <p:ext uri="{BB962C8B-B14F-4D97-AF65-F5344CB8AC3E}">
        <p14:creationId xmlns:p14="http://schemas.microsoft.com/office/powerpoint/2010/main" val="582144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shift()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.shift()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método “shift()” é o contrário do “pop()”, ele remove o PRIMEIRO elemento 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array1 = ['branco', 10, 20, 30, "novo elemento"];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array1.shift();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console.log(array1);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Primeiro elemento do array1 removido com sucesso.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[10, 20, 30, "novo elemento"]</a:t>
            </a:r>
          </a:p>
        </p:txBody>
      </p:sp>
    </p:spTree>
    <p:extLst>
      <p:ext uri="{BB962C8B-B14F-4D97-AF65-F5344CB8AC3E}">
        <p14:creationId xmlns:p14="http://schemas.microsoft.com/office/powerpoint/2010/main" val="2233908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unshift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unshift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método “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unshift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()” faz o contrário do que o “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push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()” faz, ele adiciona um elemento no início de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array1 = ['branco', 10, 20, 30, "novo elemento"];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array1.unshift('novo elemento');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console.log(array1);</a:t>
            </a:r>
          </a:p>
          <a:p>
            <a:pPr marL="1981196" lvl="4">
              <a:buSzPts val="1800"/>
            </a:pP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Veja o resultado impresso no console.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["novo elemento", "branco", 10, 20, 30, "novo elemento"]</a:t>
            </a:r>
          </a:p>
        </p:txBody>
      </p:sp>
    </p:spTree>
    <p:extLst>
      <p:ext uri="{BB962C8B-B14F-4D97-AF65-F5344CB8AC3E}">
        <p14:creationId xmlns:p14="http://schemas.microsoft.com/office/powerpoint/2010/main" val="1069003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slice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slice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“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slice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()” extrai uma sessão de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e retorna um novo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veja: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array1 = ['branco', 10, 20, 30, "novo elemento"];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novoArray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array1.slice(1,3);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console.log(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novoArray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</a:t>
            </a:r>
          </a:p>
          <a:p>
            <a:pPr marL="1981196" lvl="4">
              <a:buSzPts val="1800"/>
            </a:pP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Acima estamos pedindo para que o 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array1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seja selecionado do elemento 1 até o elemento 3 para gerarmos um novo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somente com os elementos que queremos.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[10, 20]</a:t>
            </a:r>
          </a:p>
        </p:txBody>
      </p:sp>
    </p:spTree>
    <p:extLst>
      <p:ext uri="{BB962C8B-B14F-4D97-AF65-F5344CB8AC3E}">
        <p14:creationId xmlns:p14="http://schemas.microsoft.com/office/powerpoint/2010/main" val="3128044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splice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splice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No método “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splice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()” podemos escolher um índice inicial e final para substituirmos valores entre eles.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array1 = ['branco', 10, 20, 30, "novo elemento"];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array1.splice(1,2, "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splice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");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console.log(array1);</a:t>
            </a:r>
          </a:p>
          <a:p>
            <a:pPr marL="1981196" lvl="4">
              <a:buSzPts val="1800"/>
            </a:pP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No programa acima o comando para o </a:t>
            </a:r>
            <a:r>
              <a:rPr lang="pt-BR" sz="2200" b="1" dirty="0" err="1">
                <a:solidFill>
                  <a:srgbClr val="1B1B1B"/>
                </a:solidFill>
                <a:latin typeface="Roboto Mono"/>
                <a:sym typeface="Roboto Mono"/>
              </a:rPr>
              <a:t>splice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adicionar um elemento novo no lugar dos elementos 1 e 2, veja o resultado: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["branco", "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splice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", 30, "novo elemento"]</a:t>
            </a:r>
          </a:p>
        </p:txBody>
      </p:sp>
    </p:spTree>
    <p:extLst>
      <p:ext uri="{BB962C8B-B14F-4D97-AF65-F5344CB8AC3E}">
        <p14:creationId xmlns:p14="http://schemas.microsoft.com/office/powerpoint/2010/main" val="2495414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reverse()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.reverse()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método “reverse()” inverte a ordem dos elementos 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array1 = ['branco', 10, 20, 30, "novo elemento"];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array1.reverse();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console.log(array1);</a:t>
            </a:r>
          </a:p>
          <a:p>
            <a:pPr marL="1981196" lvl="4">
              <a:buSzPts val="1800"/>
            </a:pP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E o resultado no console é.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["novo elemento", 30, 20, 10, "branco"]</a:t>
            </a:r>
          </a:p>
        </p:txBody>
      </p:sp>
    </p:spTree>
    <p:extLst>
      <p:ext uri="{BB962C8B-B14F-4D97-AF65-F5344CB8AC3E}">
        <p14:creationId xmlns:p14="http://schemas.microsoft.com/office/powerpoint/2010/main" val="573273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toString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toString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método “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toString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()” converte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em uma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de valores(separados por vírgula)..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array1 = [" branco", 10, 20, 30, "novo elemento"];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array1.toString();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console.log(array1);</a:t>
            </a:r>
          </a:p>
          <a:p>
            <a:pPr marL="1981196" lvl="4">
              <a:buSzPts val="1800"/>
            </a:pP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E o resultado no console é.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branco, 10, 20, 30, novo elemento</a:t>
            </a:r>
          </a:p>
        </p:txBody>
      </p:sp>
    </p:spTree>
    <p:extLst>
      <p:ext uri="{BB962C8B-B14F-4D97-AF65-F5344CB8AC3E}">
        <p14:creationId xmlns:p14="http://schemas.microsoft.com/office/powerpoint/2010/main" val="1524972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from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from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método “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from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()” é utilizado quando queremos criar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a partir de um objeto que não é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Um exemplo são as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em que cada caractere é convertido para um elemento de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438396" lvl="5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frase = "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"</a:t>
            </a:r>
          </a:p>
          <a:p>
            <a:pPr marL="2438396" lvl="5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arrayFrase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Array.from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(frase);</a:t>
            </a:r>
          </a:p>
          <a:p>
            <a:pPr marL="2438396" lvl="5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console.log(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arrayFrase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   // retorna  [  'J', 'a', 'v', 'a', 'S', 'c', 'r', 'i', 'p', 't’ ]</a:t>
            </a:r>
          </a:p>
        </p:txBody>
      </p:sp>
    </p:spTree>
    <p:extLst>
      <p:ext uri="{BB962C8B-B14F-4D97-AF65-F5344CB8AC3E}">
        <p14:creationId xmlns:p14="http://schemas.microsoft.com/office/powerpoint/2010/main" val="1829688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isArray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isArray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método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isArray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() é empregado quando queremos descobrir se uma variável ou constante é um objeto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Caso o resultado seja positivo, ele retorna o valor verdadeiro. Se for negativo, o retorno é falso. Veja o exemplo abaixo.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438396" lvl="5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nomes = ["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João","Maria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", "Paulo", "Pedro"];</a:t>
            </a:r>
          </a:p>
          <a:p>
            <a:pPr marL="2438396" lvl="5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console.log(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Array.isArray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(nomes)); // resulta em 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438396" lvl="5">
              <a:buSzPts val="1800"/>
            </a:pP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438396" lvl="5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nomesString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"João, Maria, Paulo, Pedro";</a:t>
            </a:r>
          </a:p>
          <a:p>
            <a:pPr marL="2438396" lvl="5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console.log(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Array.isArray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nomesString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)); // resulta em false</a:t>
            </a:r>
          </a:p>
        </p:txBody>
      </p:sp>
    </p:spTree>
    <p:extLst>
      <p:ext uri="{BB962C8B-B14F-4D97-AF65-F5344CB8AC3E}">
        <p14:creationId xmlns:p14="http://schemas.microsoft.com/office/powerpoint/2010/main" val="1028876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–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indexOf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(),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lastIndexOf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 e includes().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Os métodos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indexOf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lastIndexOf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e includes possuem a mesma sintaxe e fazem essencialmente o mesmo que suas contrapartes de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mas operam em itens em vez de caracteres. Vejamos a definição de cada um: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b="1" dirty="0" err="1">
                <a:solidFill>
                  <a:srgbClr val="1B1B1B"/>
                </a:solidFill>
                <a:latin typeface="Roboto Mono"/>
                <a:sym typeface="Roboto Mono"/>
              </a:rPr>
              <a:t>indexOf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() 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- Procura no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por um elemento e retorna o índice onde foi encontrado. Se não encontrar retorna -1; </a:t>
            </a: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b="1" dirty="0" err="1">
                <a:solidFill>
                  <a:srgbClr val="1B1B1B"/>
                </a:solidFill>
                <a:latin typeface="Roboto Mono"/>
                <a:sym typeface="Roboto Mono"/>
              </a:rPr>
              <a:t>lastIndexOf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() 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- Exatamente como o anterior. A diferença é que ele inicia a partir do fim 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; </a:t>
            </a: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.includes() 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-  Procura no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pelo elemento a partir do índice e retorna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se encontrar e false se não encontrar. É usado para verificar se um objeto existe em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7347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–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indexOf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(),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lastIndexOf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 e includes().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981196" lvl="4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var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bau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= [1, 0, false, "banana" ];</a:t>
            </a:r>
          </a:p>
          <a:p>
            <a:pPr marL="152396">
              <a:buSzPts val="1800"/>
            </a:pPr>
            <a:endParaRPr lang="pt-BR" sz="2200" b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b="1" dirty="0" err="1">
                <a:solidFill>
                  <a:srgbClr val="1B1B1B"/>
                </a:solidFill>
                <a:latin typeface="Roboto Mono"/>
                <a:sym typeface="Roboto Mono"/>
              </a:rPr>
              <a:t>indexOf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console.log (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bau.indexOf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(“banana”) ); // retorna 3 (que é seu índice no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)</a:t>
            </a: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b="1" dirty="0" err="1">
                <a:solidFill>
                  <a:srgbClr val="1B1B1B"/>
                </a:solidFill>
                <a:latin typeface="Roboto Mono"/>
                <a:sym typeface="Roboto Mono"/>
              </a:rPr>
              <a:t>lastIndexOf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console.log (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bau.lastIndexOf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(“banana”) ); // retorna 3 (que é seu índice no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.includes()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console.log (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bau.includes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("banana") ); // retorna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pois achou o elemento</a:t>
            </a:r>
          </a:p>
          <a:p>
            <a:pPr marL="152396">
              <a:buSzPts val="1800"/>
            </a:pP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073846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forEach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3"/>
            <a:ext cx="11727200" cy="392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forEach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Caso você precise executar algum código para cada elemento 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executar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forEach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é muito mais simples do que criar um for ou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while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já que não precisamos declarar variáveis de controle.</a:t>
            </a:r>
          </a:p>
          <a:p>
            <a:pPr marL="2438396" lvl="5">
              <a:buSzPts val="1800"/>
            </a:pP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numbersList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= [1, 2, 3, 4, 5];</a:t>
            </a:r>
          </a:p>
          <a:p>
            <a:pPr marL="2438396" lvl="5">
              <a:buSzPts val="1800"/>
            </a:pP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numbersList.forEach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((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number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, index,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) =&gt; {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myList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+=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number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;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});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forEach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 irá jogar cada um dos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elemetos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no primeiro parâmetro, o índice do elemento no segundo e 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original no terceiro. </a:t>
            </a:r>
          </a:p>
        </p:txBody>
      </p:sp>
    </p:spTree>
    <p:extLst>
      <p:ext uri="{BB962C8B-B14F-4D97-AF65-F5344CB8AC3E}">
        <p14:creationId xmlns:p14="http://schemas.microsoft.com/office/powerpoint/2010/main" val="2529540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map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499919"/>
            <a:ext cx="11727200" cy="426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map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Nós utilizamos o 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map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 quando queremos fazer alguma modificação nos elementos de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2895596" lvl="6">
              <a:buSzPts val="1800"/>
            </a:pP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usersList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= [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'João',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500},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'Maria',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800}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];</a:t>
            </a:r>
          </a:p>
          <a:p>
            <a:pPr marL="2895596" lvl="6">
              <a:buSzPts val="1800"/>
            </a:pP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newUsersList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usersList.map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((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, index,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) =&gt; {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user.credit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+= 100;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return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;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})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No exemplo acima alteramos o valor de uma propriedade de cada um dos elementos 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Na última linha nós precisamos executar o comando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return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para indicar o que será retornado para 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No final teremos um novo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5793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filter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499919"/>
            <a:ext cx="11727200" cy="426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filter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Como o próprio nome indica, serve para filtrarmos os elementos de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Passamos para ele uma função. Se essa função retornar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o elemento será inserido no novo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que será criado. Se a função retornar false, o elemento será ignorado.</a:t>
            </a:r>
          </a:p>
          <a:p>
            <a:pPr marL="3352796" lvl="7">
              <a:buSzPts val="1800"/>
            </a:pP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usersList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= [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'João',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600},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'Maria',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900},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'Carlos',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300},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'Vanessa',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200},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];</a:t>
            </a:r>
          </a:p>
          <a:p>
            <a:pPr marL="3352796" lvl="7">
              <a:buSzPts val="1800"/>
            </a:pPr>
            <a:endParaRPr lang="pt-BR" sz="1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352796" lvl="7">
              <a:buSzPts val="1800"/>
            </a:pP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newUsersList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usersList.filter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((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user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, index,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) =&gt;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user.credit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&gt; 500);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/* Resultado: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[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'João',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600},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'Maria',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900}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]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*/</a:t>
            </a:r>
            <a:endParaRPr lang="pt-BR" sz="12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548230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find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499919"/>
            <a:ext cx="11727200" cy="426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find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Usamos esse método quando queremos encontrar algum elemento dentro no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Para isso, passamos uma função que irá retornar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ou false. O primeiro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que for retornado irá finalizar a função e retornar o elemento em que estamos.</a:t>
            </a:r>
            <a:endParaRPr lang="pt-BR" sz="1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809996" lvl="8">
              <a:buSzPts val="1800"/>
            </a:pP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usersList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= [</a:t>
            </a:r>
          </a:p>
          <a:p>
            <a:pPr marL="3809996" lvl="8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'João',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600},</a:t>
            </a:r>
          </a:p>
          <a:p>
            <a:pPr marL="3809996" lvl="8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'Maria',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900},</a:t>
            </a:r>
          </a:p>
          <a:p>
            <a:pPr marL="3809996" lvl="8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'Carlos',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300},</a:t>
            </a:r>
          </a:p>
          <a:p>
            <a:pPr marL="3809996" lvl="8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'Vanessa',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200},</a:t>
            </a:r>
          </a:p>
          <a:p>
            <a:pPr marL="3809996" lvl="8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];</a:t>
            </a:r>
          </a:p>
          <a:p>
            <a:pPr marL="3809996" lvl="8">
              <a:buSzPts val="1800"/>
            </a:pPr>
            <a:endParaRPr lang="pt-BR" sz="1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809996" lvl="8">
              <a:buSzPts val="1800"/>
            </a:pP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carlos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usersList.find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((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user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, index,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) =&gt; user.name === 'Carlos');</a:t>
            </a:r>
          </a:p>
          <a:p>
            <a:pPr marL="3809996" lvl="8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/* Resultado:</a:t>
            </a:r>
          </a:p>
          <a:p>
            <a:pPr marL="3809996" lvl="8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'Carlos',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: 300}</a:t>
            </a:r>
          </a:p>
          <a:p>
            <a:pPr marL="3809996" lvl="8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1087440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findIndex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499919"/>
            <a:ext cx="11727200" cy="426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findIndex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Faz o mesmo que o 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find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(), mas retorna o índice do elemento encontrado ao invés de retornar o próprio elemento.</a:t>
            </a:r>
          </a:p>
          <a:p>
            <a:pPr marL="2895596" lvl="6">
              <a:buSzPts val="1800"/>
            </a:pP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usersList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= [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'João',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600},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'Maria',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900},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'Carlos',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300},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'Vanessa',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200},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];</a:t>
            </a:r>
          </a:p>
          <a:p>
            <a:pPr marL="2895596" lvl="6">
              <a:buSzPts val="1800"/>
            </a:pPr>
            <a:endParaRPr lang="pt-BR" sz="16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895596" lvl="6">
              <a:buSzPts val="1800"/>
            </a:pP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carlos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usersList.findIndex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((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, index,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) =&gt; user.name === 'Carlos');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/* Resultado: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2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2029374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every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499919"/>
            <a:ext cx="11727200" cy="426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every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Serve para testarmos se todos os elementos 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passam em uma condição.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Passamos uma função que retorna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ou false. Se todos os retornos forem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significa que todos os elementos passaram no teste, e a função retornará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3352796" lvl="7">
              <a:buSzPts val="1800"/>
            </a:pP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usersList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= [</a:t>
            </a:r>
          </a:p>
          <a:p>
            <a:pPr marL="3352796" lvl="7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'João',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600},</a:t>
            </a:r>
          </a:p>
          <a:p>
            <a:pPr marL="3352796" lvl="7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'Maria',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900},</a:t>
            </a:r>
          </a:p>
          <a:p>
            <a:pPr marL="3352796" lvl="7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'Carlos',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300},</a:t>
            </a:r>
          </a:p>
          <a:p>
            <a:pPr marL="3352796" lvl="7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'Vanessa',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200},</a:t>
            </a:r>
          </a:p>
          <a:p>
            <a:pPr marL="3352796" lvl="7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];</a:t>
            </a:r>
          </a:p>
          <a:p>
            <a:pPr marL="3352796" lvl="7">
              <a:buSzPts val="1800"/>
            </a:pPr>
            <a:endParaRPr lang="pt-BR" sz="16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352796" lvl="7">
              <a:buSzPts val="1800"/>
            </a:pP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result1 =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usersList.every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((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, index,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) =&gt;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user.credit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&lt; 1000);</a:t>
            </a:r>
          </a:p>
          <a:p>
            <a:pPr marL="3352796" lvl="7">
              <a:buSzPts val="1800"/>
            </a:pP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result2 =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usersList.every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=&gt;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user.credit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&lt; 500);</a:t>
            </a:r>
          </a:p>
        </p:txBody>
      </p:sp>
    </p:spTree>
    <p:extLst>
      <p:ext uri="{BB962C8B-B14F-4D97-AF65-F5344CB8AC3E}">
        <p14:creationId xmlns:p14="http://schemas.microsoft.com/office/powerpoint/2010/main" val="924820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some()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499919"/>
            <a:ext cx="11727200" cy="426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.some()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.some() faz algo parecido com o 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every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(). A diferença é que o 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every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 só retorna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se todos os elementos passarem no teste. O .some() retorna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se pelo menos um elemento 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passar no teste.</a:t>
            </a:r>
          </a:p>
          <a:p>
            <a:pPr marL="2895596" lvl="6">
              <a:buSzPts val="1800"/>
            </a:pP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usersList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= [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'João',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600},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'Maria',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900},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'Carlos',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300},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	{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name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'Vanessa',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: 200},</a:t>
            </a:r>
          </a:p>
          <a:p>
            <a:pPr marL="2895596" lvl="6">
              <a:buSzPts val="1800"/>
            </a:pP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];</a:t>
            </a:r>
          </a:p>
          <a:p>
            <a:pPr marL="2895596" lvl="6">
              <a:buSzPts val="1800"/>
            </a:pPr>
            <a:endParaRPr lang="pt-BR" sz="16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895596" lvl="6">
              <a:buSzPts val="1800"/>
            </a:pP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result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usersList.some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((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, index,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) =&gt; </a:t>
            </a:r>
            <a:r>
              <a:rPr lang="pt-BR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user.credit</a:t>
            </a:r>
            <a:r>
              <a:rPr lang="pt-BR" sz="1600" i="1" dirty="0">
                <a:solidFill>
                  <a:srgbClr val="1B1B1B"/>
                </a:solidFill>
                <a:latin typeface="Roboto Mono"/>
                <a:sym typeface="Roboto Mono"/>
              </a:rPr>
              <a:t> === 300);</a:t>
            </a:r>
          </a:p>
          <a:p>
            <a:pPr marL="2895596" lvl="6">
              <a:buSzPts val="1800"/>
            </a:pPr>
            <a:endParaRPr lang="pt-BR" sz="16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Verificamos se há pelo menos um usuário com crédito igual a 300. O resultado será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0293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sort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499919"/>
            <a:ext cx="11727200" cy="426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sort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sort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 serve para ordenar os elementos de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Muitas pessoas utilizam este método de maneira errada, apenas executando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array.sort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(). Isso pode causar retornos inesperados, pois os elementos serão convertidos em texto.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correto é passar uma função que compare dois elementos. Assim, podemos ordenar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com qualquer tipo de objeto, ordenando por qualquer propriedade.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14398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sort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499919"/>
            <a:ext cx="11727200" cy="426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352796" lvl="7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const </a:t>
            </a:r>
            <a:r>
              <a:rPr lang="en-US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numbersList</a:t>
            </a: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 = [4, 5, 7, 8, 2];</a:t>
            </a:r>
          </a:p>
          <a:p>
            <a:pPr marL="3352796" lvl="7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const </a:t>
            </a:r>
            <a:r>
              <a:rPr lang="en-US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orderedList</a:t>
            </a: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en-US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numbersList.sort</a:t>
            </a: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((a, b) =&gt; {</a:t>
            </a:r>
          </a:p>
          <a:p>
            <a:pPr marL="3352796" lvl="7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	if(a &lt; b){</a:t>
            </a:r>
          </a:p>
          <a:p>
            <a:pPr marL="3352796" lvl="7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	   return -1;</a:t>
            </a:r>
          </a:p>
          <a:p>
            <a:pPr marL="3352796" lvl="7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	} else if(a &gt; b){</a:t>
            </a:r>
          </a:p>
          <a:p>
            <a:pPr marL="3352796" lvl="7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		return 1;</a:t>
            </a:r>
          </a:p>
          <a:p>
            <a:pPr marL="3352796" lvl="7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	}</a:t>
            </a:r>
          </a:p>
          <a:p>
            <a:pPr marL="3352796" lvl="7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	return 0;</a:t>
            </a:r>
          </a:p>
          <a:p>
            <a:pPr marL="3352796" lvl="7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})</a:t>
            </a:r>
          </a:p>
          <a:p>
            <a:pPr marL="3352796" lvl="7">
              <a:buSzPts val="1800"/>
            </a:pPr>
            <a:endParaRPr lang="en-US" sz="16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352796" lvl="7">
              <a:buSzPts val="1800"/>
            </a:pPr>
            <a:endParaRPr lang="pt-BR" sz="1600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246410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Arrays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reduce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499919"/>
            <a:ext cx="11727200" cy="426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reduce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Esta função serve para reduzirmos o conteúdo de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para apenas um elemento. O exemplo mais clássico é somar todos os valores de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895596" lvl="6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const </a:t>
            </a:r>
            <a:r>
              <a:rPr lang="en-US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numbersList</a:t>
            </a: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 = [1, 2, 3];</a:t>
            </a:r>
          </a:p>
          <a:p>
            <a:pPr marL="2895596" lvl="6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const total = </a:t>
            </a:r>
            <a:r>
              <a:rPr lang="en-US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numbersList.reduce</a:t>
            </a: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((total, </a:t>
            </a:r>
            <a:r>
              <a:rPr lang="en-US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currentElement</a:t>
            </a: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) =&gt; total + </a:t>
            </a:r>
            <a:r>
              <a:rPr lang="en-US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currentElement</a:t>
            </a: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)</a:t>
            </a:r>
          </a:p>
          <a:p>
            <a:pPr marL="2895596" lvl="6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/* </a:t>
            </a:r>
            <a:r>
              <a:rPr lang="en-US" sz="1600" i="1" dirty="0" err="1">
                <a:solidFill>
                  <a:srgbClr val="1B1B1B"/>
                </a:solidFill>
                <a:latin typeface="Roboto Mono"/>
                <a:sym typeface="Roboto Mono"/>
              </a:rPr>
              <a:t>Resultado</a:t>
            </a: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:</a:t>
            </a:r>
          </a:p>
          <a:p>
            <a:pPr marL="2895596" lvl="6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	6</a:t>
            </a:r>
          </a:p>
          <a:p>
            <a:pPr marL="2895596" lvl="6">
              <a:buSzPts val="1800"/>
            </a:pPr>
            <a:r>
              <a:rPr lang="en-US" sz="1600" i="1" dirty="0">
                <a:solidFill>
                  <a:srgbClr val="1B1B1B"/>
                </a:solidFill>
                <a:latin typeface="Roboto Mono"/>
                <a:sym typeface="Roboto Mono"/>
              </a:rPr>
              <a:t>*/</a:t>
            </a:r>
            <a:endParaRPr lang="pt-BR" sz="1600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6440086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5736</TotalTime>
  <Words>2583</Words>
  <Application>Microsoft Office PowerPoint</Application>
  <PresentationFormat>Widescreen</PresentationFormat>
  <Paragraphs>316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Roboto Mono</vt:lpstr>
      <vt:lpstr>Roboto Mono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Cunha Rangel</dc:creator>
  <cp:lastModifiedBy>Marcelo Vieira</cp:lastModifiedBy>
  <cp:revision>59</cp:revision>
  <dcterms:created xsi:type="dcterms:W3CDTF">2018-09-27T21:57:56Z</dcterms:created>
  <dcterms:modified xsi:type="dcterms:W3CDTF">2022-06-26T15:28:13Z</dcterms:modified>
</cp:coreProperties>
</file>