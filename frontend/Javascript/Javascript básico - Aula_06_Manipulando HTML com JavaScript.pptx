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769" r:id="rId2"/>
    <p:sldId id="797" r:id="rId3"/>
    <p:sldId id="806" r:id="rId4"/>
    <p:sldId id="807" r:id="rId5"/>
    <p:sldId id="809" r:id="rId6"/>
    <p:sldId id="808" r:id="rId7"/>
    <p:sldId id="810" r:id="rId8"/>
    <p:sldId id="812" r:id="rId9"/>
    <p:sldId id="811" r:id="rId10"/>
    <p:sldId id="80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A3E"/>
    <a:srgbClr val="D6BA32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3544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671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527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763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8344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184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8985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684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30/06/2022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06 - </a:t>
            </a:r>
            <a:r>
              <a:rPr lang="pt-BR" sz="32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Manipulando HTML com </a:t>
            </a:r>
            <a:r>
              <a:rPr lang="pt-BR" sz="32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endParaRPr sz="32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Manipulando HTML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DOM –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Document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Model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06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3045204"/>
            <a:ext cx="11727200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Quando uma página web é carregada, o navegador cria um DOM –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Document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Model, o DOM é um Modelo de Objeto de Documento que permite o acesso e manipulação ao HTML, ou seja, é a representação de dados dos objetos que compõem a estrutura e o conteúdo de um documento na Web. Assim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pode acessar e alterar todos os elementos de um documento HTML. </a:t>
            </a: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Manipulando HTML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é o DOM?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06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3045204"/>
            <a:ext cx="11727200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Document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Model (DOM) é uma interface de programação para os documentos HTML e XML. Representa a página de forma que os programas possam alterar a estrutura do documento, alterar o estilo e conteúdo. O DOM representa o documento com nós e objetos, dessa forma, as linguagens de programação podem se conectar à página.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Uma página da Web é um documento. Este documento pode ser exibido na janela do navegador ou como a fonte HTML. Mas é o mesmo documento nos dois casos. O DOM 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Document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Model) representa o mesmo documento para que possa ser manipulado. O DOM é uma representação orientada a objetos da página da web, que pode ser modificada com uma linguagem de script como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012003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Manipulando HTML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é o DOM?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06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835480"/>
            <a:ext cx="11727200" cy="402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O DOM não é uma linguagem de programação, mas sem ela, a linguagem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não teria nenhum modelo ou noção de páginas da web, documentos HTML, documentos XML e suas partes componentes (por exemplo, elementos). Cada elemento de um documento - o documento como um todo, o cabeçalho, as tabelas do documento, os cabeçalhos da tabela, o texto nas células da tabela - faz parte do modelo de objeto do documento desse documento, para que todos possam ser acessados e manipulados usando o método DOM e uma linguagem de script como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	O DOM foi projetado para ser independente de qualquer linguagem de programação específica, disponibilizando a representação estrutural do documento a partir de uma única API consistente. Embora nos concentremos exclusivamente no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nesta documentação de referência, as implementações do DOM podem ser construídas para qualquer idioma.</a:t>
            </a:r>
          </a:p>
        </p:txBody>
      </p:sp>
    </p:spTree>
    <p:extLst>
      <p:ext uri="{BB962C8B-B14F-4D97-AF65-F5344CB8AC3E}">
        <p14:creationId xmlns:p14="http://schemas.microsoft.com/office/powerpoint/2010/main" val="1103611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32E7E0F-1EF2-159B-3B82-F2E895B6D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24" y="276837"/>
            <a:ext cx="11860552" cy="636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813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Manipulando HTML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Buscar, manipular e modificar elementos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06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835480"/>
            <a:ext cx="11727200" cy="402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 O DOM é uma árvore, contudo ela é genérica, ou seja, pode ser atribuída a algumas categorias de documentos. Entre elas temos o documento HTML. Por isso, toda vez que precisarmos buscar, manipular, modificar, elementos na estrutura HTML começamos pelo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document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depois dele acessamos outra parte da estrutura com um ‘ . ’ (ponto), no nosso exemplo, usamos um método. Que nada mais é do que “ uma função associada a um objeto, ou, simplesmente, um método é uma propriedade de um objeto que é uma função. 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2707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Manipulando HTML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Acessando Elementos - Métodos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06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3212642"/>
            <a:ext cx="117272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window.document.getElementById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(id)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window.document.getElementsByClassName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className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Window.document.getElementsByTagName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tagName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window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document.querySelector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cssSelector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window.document.querySelectorAll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cssSelector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396271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Manipulando HTML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Alterando Elementos – Métodos e propriedades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06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562570"/>
            <a:ext cx="11727200" cy="407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Propriedade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element.innerHTML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=”novo conteúdo” :</a:t>
            </a:r>
          </a:p>
          <a:p>
            <a:pPr marL="609596" lvl="1">
              <a:lnSpc>
                <a:spcPct val="150000"/>
              </a:lnSpc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 Altera o conteúdo interno de um elemento HTML 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Propriedade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element.attribute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=”novo valor” : </a:t>
            </a:r>
          </a:p>
          <a:p>
            <a:pPr marL="609596" lvl="1">
              <a:lnSpc>
                <a:spcPct val="150000"/>
              </a:lnSpc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Altera o valor do atributo de um elemento HTML 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Propriedade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element.style.property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=”novo estilo” : </a:t>
            </a:r>
          </a:p>
          <a:p>
            <a:pPr marL="609596" lvl="1">
              <a:lnSpc>
                <a:spcPct val="150000"/>
              </a:lnSpc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Altera o estilo de um elemento HTML 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Método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element.setAttribute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attribute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value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 : </a:t>
            </a:r>
          </a:p>
          <a:p>
            <a:pPr marL="609596" lvl="1">
              <a:lnSpc>
                <a:spcPct val="150000"/>
              </a:lnSpc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	Altera o valor do atributo de um elemento HTML 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341163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Manipulando HTML com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JavaScript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Adicionar e remover elementos - Métodos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06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3322040"/>
            <a:ext cx="11727200" cy="3319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document.createElement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element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 : Cria um elemento HTML 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document.removeChild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element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 : Remove um elemento HTML 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document.appendChild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element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 : Adiciona um elemento HTML 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document.replaceChild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(new,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old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 : Substitui um elemento HTML </a:t>
            </a:r>
          </a:p>
          <a:p>
            <a:pPr marL="952496" lvl="1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document.write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text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) : Escreve no fluxo de saída HTML </a:t>
            </a: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71146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resumo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06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47D67BC1-FD5A-6C6B-197C-EAB984453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317219"/>
              </p:ext>
            </p:extLst>
          </p:nvPr>
        </p:nvGraphicFramePr>
        <p:xfrm>
          <a:off x="331788" y="2500313"/>
          <a:ext cx="11528425" cy="422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1529095" imgH="4221276" progId="Excel.Sheet.12">
                  <p:embed/>
                </p:oleObj>
              </mc:Choice>
              <mc:Fallback>
                <p:oleObj name="Worksheet" r:id="rId4" imgW="11529095" imgH="422127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1788" y="2500313"/>
                        <a:ext cx="11528425" cy="422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4030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7119</TotalTime>
  <Words>786</Words>
  <Application>Microsoft Office PowerPoint</Application>
  <PresentationFormat>Widescreen</PresentationFormat>
  <Paragraphs>50</Paragraphs>
  <Slides>10</Slides>
  <Notes>10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Roboto Mono</vt:lpstr>
      <vt:lpstr>Roboto Mono Medium</vt:lpstr>
      <vt:lpstr>Tema do Office</vt:lpstr>
      <vt:lpstr>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67</cp:revision>
  <dcterms:created xsi:type="dcterms:W3CDTF">2018-09-27T21:57:56Z</dcterms:created>
  <dcterms:modified xsi:type="dcterms:W3CDTF">2022-06-30T15:25:37Z</dcterms:modified>
</cp:coreProperties>
</file>