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69" r:id="rId2"/>
    <p:sldId id="797" r:id="rId3"/>
    <p:sldId id="798" r:id="rId4"/>
    <p:sldId id="799" r:id="rId5"/>
    <p:sldId id="800" r:id="rId6"/>
    <p:sldId id="801" r:id="rId7"/>
    <p:sldId id="802" r:id="rId8"/>
    <p:sldId id="803" r:id="rId9"/>
    <p:sldId id="80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3E"/>
    <a:srgbClr val="D6BA32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5202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994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4504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8894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955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517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5431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08 - </a:t>
            </a:r>
            <a:r>
              <a:rPr lang="pt-BR" sz="28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Datas</a:t>
            </a:r>
            <a:endParaRPr sz="28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Objeto de data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Objeto de data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objeto Date funciona com datas e horas.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Objetos de data são criados com new Date().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Existem quatro maneiras de instanciar (criar) uma data:</a:t>
            </a: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20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Date();</a:t>
            </a:r>
          </a:p>
          <a:p>
            <a:pPr marL="152396">
              <a:buSzPts val="1800"/>
            </a:pPr>
            <a:r>
              <a:rPr lang="pt-BR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	new</a:t>
            </a:r>
            <a:r>
              <a:rPr lang="pt-BR" sz="20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Date(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milliseconds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52396">
              <a:buSzPts val="1800"/>
            </a:pP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sym typeface="Roboto Mono"/>
              </a:rPr>
              <a:t>	</a:t>
            </a:r>
            <a:r>
              <a:rPr lang="pt-BR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20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Date(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dateString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52396">
              <a:buSzPts val="1800"/>
            </a:pP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sym typeface="Roboto Mono"/>
              </a:rPr>
              <a:t>	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Date(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hours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milliseconds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000" i="1" dirty="0">
              <a:solidFill>
                <a:srgbClr val="FF0000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Saída de data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Saída de data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Por padrão, 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usará o fuso horário do navegador e exibirá uma data como uma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de texto completo: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i="1" dirty="0">
                <a:solidFill>
                  <a:srgbClr val="FF0000"/>
                </a:solidFill>
                <a:latin typeface="Roboto Mono"/>
                <a:sym typeface="Roboto Mono"/>
              </a:rPr>
              <a:t>	</a:t>
            </a:r>
            <a:r>
              <a:rPr lang="pt-BR" sz="2200" i="1" dirty="0" err="1">
                <a:solidFill>
                  <a:srgbClr val="FF0000"/>
                </a:solidFill>
                <a:latin typeface="Roboto Mono"/>
                <a:sym typeface="Roboto Mono"/>
              </a:rPr>
              <a:t>Qua</a:t>
            </a:r>
            <a:r>
              <a:rPr lang="pt-BR" sz="2200" i="1" dirty="0">
                <a:solidFill>
                  <a:srgbClr val="FF0000"/>
                </a:solidFill>
                <a:latin typeface="Roboto Mono"/>
                <a:sym typeface="Roboto Mono"/>
              </a:rPr>
              <a:t> 06 de julho de 2022 17:45:24 GMT-0300 (Horário Padrão de Brasília)</a:t>
            </a:r>
            <a:endParaRPr lang="pt-BR" sz="2000" i="1" dirty="0">
              <a:solidFill>
                <a:srgbClr val="FF0000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930630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Saída de data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armazena datas em milissegundos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armazena datas como número de milissegundos desde 01 de janeiro de 1970, 00:00:00 UTC (Universal Time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Coordinated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9905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de data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Métodos de data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Quando um objeto Date é criado, vários métodos permitem que você opere nele.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Os métodos de data permitem obter e definir o ano, mês, dia, hora, minuto, segundo e milissegundo de objetos de data, usando a hora local ou a hora UTC (universal ou GMT).</a:t>
            </a:r>
          </a:p>
        </p:txBody>
      </p:sp>
    </p:spTree>
    <p:extLst>
      <p:ext uri="{BB962C8B-B14F-4D97-AF65-F5344CB8AC3E}">
        <p14:creationId xmlns:p14="http://schemas.microsoft.com/office/powerpoint/2010/main" val="288714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de data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D7B26B7-C182-2585-2D09-7B9DDF9899F1}"/>
              </a:ext>
            </a:extLst>
          </p:cNvPr>
          <p:cNvSpPr txBox="1"/>
          <p:nvPr/>
        </p:nvSpPr>
        <p:spPr>
          <a:xfrm>
            <a:off x="449367" y="2056686"/>
            <a:ext cx="112866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	      		Descrição</a:t>
            </a:r>
          </a:p>
          <a:p>
            <a:r>
              <a:rPr lang="pt-BR" dirty="0" err="1"/>
              <a:t>getDate</a:t>
            </a:r>
            <a:r>
              <a:rPr lang="pt-BR" dirty="0"/>
              <a:t>()   		Retorna o dia do mês (de 1 a 31)</a:t>
            </a:r>
          </a:p>
          <a:p>
            <a:r>
              <a:rPr lang="pt-BR" dirty="0" err="1"/>
              <a:t>getDay</a:t>
            </a:r>
            <a:r>
              <a:rPr lang="pt-BR" dirty="0"/>
              <a:t>()   		Retorna o dia da semana (de 0 a 6)</a:t>
            </a:r>
          </a:p>
          <a:p>
            <a:r>
              <a:rPr lang="pt-BR" dirty="0" err="1"/>
              <a:t>getFullYear</a:t>
            </a:r>
            <a:r>
              <a:rPr lang="pt-BR" dirty="0"/>
              <a:t>()   		Retorna o ano</a:t>
            </a:r>
          </a:p>
          <a:p>
            <a:r>
              <a:rPr lang="pt-BR" dirty="0" err="1"/>
              <a:t>getHours</a:t>
            </a:r>
            <a:r>
              <a:rPr lang="pt-BR" dirty="0"/>
              <a:t>()   		Retorna a hora (de 0-23)</a:t>
            </a:r>
          </a:p>
          <a:p>
            <a:r>
              <a:rPr lang="pt-BR" dirty="0" err="1"/>
              <a:t>getMilliseconds</a:t>
            </a:r>
            <a:r>
              <a:rPr lang="pt-BR" dirty="0"/>
              <a:t>()    		Retorna os milissegundos (de 0-999)</a:t>
            </a:r>
          </a:p>
          <a:p>
            <a:r>
              <a:rPr lang="pt-BR" dirty="0" err="1"/>
              <a:t>getMinutes</a:t>
            </a:r>
            <a:r>
              <a:rPr lang="pt-BR" dirty="0"/>
              <a:t>()   		Retorna os minutos (de 0-59)</a:t>
            </a:r>
          </a:p>
          <a:p>
            <a:r>
              <a:rPr lang="pt-BR" dirty="0" err="1"/>
              <a:t>getMonth</a:t>
            </a:r>
            <a:r>
              <a:rPr lang="pt-BR" dirty="0"/>
              <a:t>()   		Retorna o mês (de 0 a 11)</a:t>
            </a:r>
          </a:p>
          <a:p>
            <a:r>
              <a:rPr lang="pt-BR" dirty="0" err="1"/>
              <a:t>getSeconds</a:t>
            </a:r>
            <a:r>
              <a:rPr lang="pt-BR" dirty="0"/>
              <a:t>()   		Retorna os segundos (de 0-59)</a:t>
            </a:r>
          </a:p>
          <a:p>
            <a:r>
              <a:rPr lang="pt-BR" dirty="0" err="1"/>
              <a:t>getTime</a:t>
            </a:r>
            <a:r>
              <a:rPr lang="pt-BR" dirty="0"/>
              <a:t>()   		Retorna o número de milissegundos desde a meia-noite de 1º de janeiro de 1970 e uma 				data especificada</a:t>
            </a:r>
          </a:p>
          <a:p>
            <a:r>
              <a:rPr lang="pt-BR" dirty="0" err="1"/>
              <a:t>getTimezoneOffset</a:t>
            </a:r>
            <a:r>
              <a:rPr lang="pt-BR" dirty="0"/>
              <a:t>()  	 Retorna a diferença horária entre a hora UTC e a hora local, em minutos</a:t>
            </a:r>
          </a:p>
          <a:p>
            <a:r>
              <a:rPr lang="pt-BR" dirty="0" err="1"/>
              <a:t>getUTCDate</a:t>
            </a:r>
            <a:r>
              <a:rPr lang="pt-BR" dirty="0"/>
              <a:t>()   		Retorna o dia do mês, de acordo com a hora universal (de 1 a 31)</a:t>
            </a:r>
          </a:p>
          <a:p>
            <a:r>
              <a:rPr lang="pt-BR" dirty="0" err="1"/>
              <a:t>getUTCDay</a:t>
            </a:r>
            <a:r>
              <a:rPr lang="pt-BR" dirty="0"/>
              <a:t>()   		Retorna o dia da semana, de acordo com o horário universal (de 0 a 6)</a:t>
            </a:r>
          </a:p>
          <a:p>
            <a:r>
              <a:rPr lang="pt-BR" dirty="0" err="1"/>
              <a:t>getUTCFullYear</a:t>
            </a:r>
            <a:r>
              <a:rPr lang="pt-BR" dirty="0"/>
              <a:t>()   		Retorna o ano, de acordo com o horário universal</a:t>
            </a:r>
          </a:p>
          <a:p>
            <a:r>
              <a:rPr lang="pt-BR" dirty="0" err="1"/>
              <a:t>getUTCHours</a:t>
            </a:r>
            <a:r>
              <a:rPr lang="pt-BR" dirty="0"/>
              <a:t>()   		Retorna a hora, de acordo com a hora universal (de 0 a 23)</a:t>
            </a:r>
          </a:p>
          <a:p>
            <a:r>
              <a:rPr lang="pt-BR" dirty="0" err="1"/>
              <a:t>getUTCMilliseconds</a:t>
            </a:r>
            <a:r>
              <a:rPr lang="pt-BR" dirty="0"/>
              <a:t>()   	Retorna os milissegundos, de acordo com o tempo universal (de 0-999)</a:t>
            </a:r>
          </a:p>
        </p:txBody>
      </p:sp>
    </p:spTree>
    <p:extLst>
      <p:ext uri="{BB962C8B-B14F-4D97-AF65-F5344CB8AC3E}">
        <p14:creationId xmlns:p14="http://schemas.microsoft.com/office/powerpoint/2010/main" val="414597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de data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D7B26B7-C182-2585-2D09-7B9DDF9899F1}"/>
              </a:ext>
            </a:extLst>
          </p:cNvPr>
          <p:cNvSpPr txBox="1"/>
          <p:nvPr/>
        </p:nvSpPr>
        <p:spPr>
          <a:xfrm>
            <a:off x="449367" y="2056686"/>
            <a:ext cx="112866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	      		Descrição</a:t>
            </a:r>
          </a:p>
          <a:p>
            <a:r>
              <a:rPr lang="pt-BR" dirty="0" err="1"/>
              <a:t>getUTCMinutes</a:t>
            </a:r>
            <a:r>
              <a:rPr lang="pt-BR" dirty="0"/>
              <a:t>()   		Devolve os minutos, de acordo com a hora universal (de 0-59)</a:t>
            </a:r>
          </a:p>
          <a:p>
            <a:r>
              <a:rPr lang="pt-BR" dirty="0" err="1"/>
              <a:t>getUTCMonth</a:t>
            </a:r>
            <a:r>
              <a:rPr lang="pt-BR" dirty="0"/>
              <a:t>()   		Retorna o mês, de acordo com a hora universal (de 0 a 11)</a:t>
            </a:r>
          </a:p>
          <a:p>
            <a:r>
              <a:rPr lang="pt-BR" dirty="0" err="1"/>
              <a:t>getUTCSeconds</a:t>
            </a:r>
            <a:r>
              <a:rPr lang="pt-BR" dirty="0"/>
              <a:t>()   		Retorna os segundos, de acordo com o tempo universal (de 0-59)</a:t>
            </a:r>
          </a:p>
          <a:p>
            <a:r>
              <a:rPr lang="pt-BR" dirty="0" err="1"/>
              <a:t>getYear</a:t>
            </a:r>
            <a:r>
              <a:rPr lang="pt-BR" dirty="0"/>
              <a:t>()   		Descontinuada. Use o método </a:t>
            </a:r>
            <a:r>
              <a:rPr lang="pt-BR" dirty="0" err="1"/>
              <a:t>getFullYear</a:t>
            </a:r>
            <a:r>
              <a:rPr lang="pt-BR" dirty="0"/>
              <a:t>()    em vez disso</a:t>
            </a:r>
          </a:p>
          <a:p>
            <a:r>
              <a:rPr lang="pt-BR" dirty="0" err="1"/>
              <a:t>now</a:t>
            </a:r>
            <a:r>
              <a:rPr lang="pt-BR" dirty="0"/>
              <a:t>()   			Retorna o número de milissegundos desde a meia-noite de 1º de janeiro de 1970</a:t>
            </a:r>
          </a:p>
          <a:p>
            <a:r>
              <a:rPr lang="pt-BR" dirty="0"/>
              <a:t>parse()   			Analisa uma </a:t>
            </a:r>
            <a:r>
              <a:rPr lang="pt-BR" dirty="0" err="1"/>
              <a:t>string</a:t>
            </a:r>
            <a:r>
              <a:rPr lang="pt-BR" dirty="0"/>
              <a:t> de data e retorna o número de milissegundos desde 1º de janeiro de 				1970</a:t>
            </a:r>
          </a:p>
          <a:p>
            <a:r>
              <a:rPr lang="pt-BR" dirty="0" err="1"/>
              <a:t>prototype</a:t>
            </a:r>
            <a:r>
              <a:rPr lang="pt-BR" dirty="0"/>
              <a:t>		</a:t>
            </a:r>
            <a:r>
              <a:rPr lang="pt-BR" dirty="0" err="1"/>
              <a:t>Allows</a:t>
            </a:r>
            <a:r>
              <a:rPr lang="pt-BR" dirty="0"/>
              <a:t> você adicionar propriedades e métodos a um objeto</a:t>
            </a:r>
          </a:p>
          <a:p>
            <a:r>
              <a:rPr lang="pt-BR" dirty="0" err="1"/>
              <a:t>setDate</a:t>
            </a:r>
            <a:r>
              <a:rPr lang="pt-BR" dirty="0"/>
              <a:t>()   		Define o dia do mês de um objeto de data</a:t>
            </a:r>
          </a:p>
          <a:p>
            <a:r>
              <a:rPr lang="pt-BR" dirty="0" err="1"/>
              <a:t>setFullYear</a:t>
            </a:r>
            <a:r>
              <a:rPr lang="pt-BR" dirty="0"/>
              <a:t>()   		Define o ano de um objeto de data</a:t>
            </a:r>
          </a:p>
          <a:p>
            <a:r>
              <a:rPr lang="pt-BR" dirty="0" err="1"/>
              <a:t>setHours</a:t>
            </a:r>
            <a:r>
              <a:rPr lang="pt-BR" dirty="0"/>
              <a:t>()   		Define a hora de um objeto de data</a:t>
            </a:r>
          </a:p>
          <a:p>
            <a:r>
              <a:rPr lang="pt-BR" dirty="0" err="1"/>
              <a:t>setMilliseconds</a:t>
            </a:r>
            <a:r>
              <a:rPr lang="pt-BR" dirty="0"/>
              <a:t>()   		Define os milissegundos de um objeto de data</a:t>
            </a:r>
          </a:p>
          <a:p>
            <a:r>
              <a:rPr lang="pt-BR" dirty="0" err="1"/>
              <a:t>setMinutes</a:t>
            </a:r>
            <a:r>
              <a:rPr lang="pt-BR" dirty="0"/>
              <a:t>()  		 Definir os minutos de um objeto de data</a:t>
            </a:r>
          </a:p>
          <a:p>
            <a:r>
              <a:rPr lang="pt-BR" dirty="0" err="1"/>
              <a:t>setMonth</a:t>
            </a:r>
            <a:r>
              <a:rPr lang="pt-BR" dirty="0"/>
              <a:t>()   		Define o mês de um objeto de data</a:t>
            </a:r>
          </a:p>
          <a:p>
            <a:r>
              <a:rPr lang="pt-BR" dirty="0" err="1"/>
              <a:t>setSeconds</a:t>
            </a:r>
            <a:r>
              <a:rPr lang="pt-BR" dirty="0"/>
              <a:t>()  		 Define os segundos de um objeto de data</a:t>
            </a:r>
          </a:p>
        </p:txBody>
      </p:sp>
    </p:spTree>
    <p:extLst>
      <p:ext uri="{BB962C8B-B14F-4D97-AF65-F5344CB8AC3E}">
        <p14:creationId xmlns:p14="http://schemas.microsoft.com/office/powerpoint/2010/main" val="2447947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de data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D7B26B7-C182-2585-2D09-7B9DDF9899F1}"/>
              </a:ext>
            </a:extLst>
          </p:cNvPr>
          <p:cNvSpPr txBox="1"/>
          <p:nvPr/>
        </p:nvSpPr>
        <p:spPr>
          <a:xfrm>
            <a:off x="449367" y="2056686"/>
            <a:ext cx="112866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	      		Descrição</a:t>
            </a:r>
          </a:p>
          <a:p>
            <a:r>
              <a:rPr lang="pt-BR" dirty="0" err="1"/>
              <a:t>setTime</a:t>
            </a:r>
            <a:r>
              <a:rPr lang="pt-BR" dirty="0"/>
              <a:t>()   		Define uma data para um número especificado de milissegundos após/antes de 1º de 				janeiro de 1970</a:t>
            </a:r>
          </a:p>
          <a:p>
            <a:r>
              <a:rPr lang="pt-BR" dirty="0" err="1"/>
              <a:t>setUTCDate</a:t>
            </a:r>
            <a:r>
              <a:rPr lang="pt-BR" dirty="0"/>
              <a:t>()  		Define o dia do mês de um objeto de data, de acordo com a hora universal</a:t>
            </a:r>
          </a:p>
          <a:p>
            <a:r>
              <a:rPr lang="pt-BR" dirty="0" err="1"/>
              <a:t>setUTCFullYear</a:t>
            </a:r>
            <a:r>
              <a:rPr lang="pt-BR" dirty="0"/>
              <a:t>()   		Define o ano de um objeto de data, de acordo com a hora universal</a:t>
            </a:r>
          </a:p>
          <a:p>
            <a:r>
              <a:rPr lang="pt-BR" dirty="0" err="1"/>
              <a:t>setUTCHours</a:t>
            </a:r>
            <a:r>
              <a:rPr lang="pt-BR" dirty="0"/>
              <a:t>()   		Define a hora de um objeto de data, de acordo com a hora universal</a:t>
            </a:r>
          </a:p>
          <a:p>
            <a:r>
              <a:rPr lang="pt-BR" dirty="0" err="1"/>
              <a:t>setUTCMilliseconds</a:t>
            </a:r>
            <a:r>
              <a:rPr lang="pt-BR" dirty="0"/>
              <a:t>()  	Define os milissegundos de um objeto de data, de acordo com a hora universal</a:t>
            </a:r>
          </a:p>
          <a:p>
            <a:r>
              <a:rPr lang="pt-BR" dirty="0" err="1"/>
              <a:t>setUTCMinutes</a:t>
            </a:r>
            <a:r>
              <a:rPr lang="pt-BR" dirty="0"/>
              <a:t>()   		Defina os minutos de um objeto de data, de acordo com a hora universal</a:t>
            </a:r>
          </a:p>
          <a:p>
            <a:r>
              <a:rPr lang="pt-BR" dirty="0" err="1"/>
              <a:t>setUTCMonth</a:t>
            </a:r>
            <a:r>
              <a:rPr lang="pt-BR" dirty="0"/>
              <a:t>()   		Define o mês de um objeto de data, de acordo com a hora universal</a:t>
            </a:r>
          </a:p>
          <a:p>
            <a:r>
              <a:rPr lang="pt-BR" dirty="0" err="1"/>
              <a:t>setUTCSeconds</a:t>
            </a:r>
            <a:r>
              <a:rPr lang="pt-BR" dirty="0"/>
              <a:t>()   		Defina os segundos de um objeto de data, de acordo com a hora universal</a:t>
            </a:r>
          </a:p>
          <a:p>
            <a:r>
              <a:rPr lang="pt-BR" dirty="0" err="1"/>
              <a:t>setYear</a:t>
            </a:r>
            <a:r>
              <a:rPr lang="pt-BR" dirty="0"/>
              <a:t>()   		Descontinuada. Use o método </a:t>
            </a:r>
            <a:r>
              <a:rPr lang="pt-BR" dirty="0" err="1"/>
              <a:t>setFullYear</a:t>
            </a:r>
            <a:r>
              <a:rPr lang="pt-BR" dirty="0"/>
              <a:t>()    em vez disso</a:t>
            </a:r>
          </a:p>
          <a:p>
            <a:r>
              <a:rPr lang="pt-BR" dirty="0" err="1"/>
              <a:t>toDateString</a:t>
            </a:r>
            <a:r>
              <a:rPr lang="pt-BR" dirty="0"/>
              <a:t>()   		Converte a parte de data de um objeto Date em uma </a:t>
            </a:r>
            <a:r>
              <a:rPr lang="pt-BR" dirty="0" err="1"/>
              <a:t>string</a:t>
            </a:r>
            <a:r>
              <a:rPr lang="pt-BR" dirty="0"/>
              <a:t> legível</a:t>
            </a:r>
          </a:p>
          <a:p>
            <a:r>
              <a:rPr lang="pt-BR" dirty="0" err="1"/>
              <a:t>toGMTString</a:t>
            </a:r>
            <a:r>
              <a:rPr lang="pt-BR" dirty="0"/>
              <a:t>()   		Descontinuada. Use o método </a:t>
            </a:r>
            <a:r>
              <a:rPr lang="pt-BR" dirty="0" err="1"/>
              <a:t>toUTCString</a:t>
            </a:r>
            <a:r>
              <a:rPr lang="pt-BR" dirty="0"/>
              <a:t>()    em vez disso</a:t>
            </a:r>
          </a:p>
        </p:txBody>
      </p:sp>
    </p:spTree>
    <p:extLst>
      <p:ext uri="{BB962C8B-B14F-4D97-AF65-F5344CB8AC3E}">
        <p14:creationId xmlns:p14="http://schemas.microsoft.com/office/powerpoint/2010/main" val="248824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de data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D7B26B7-C182-2585-2D09-7B9DDF9899F1}"/>
              </a:ext>
            </a:extLst>
          </p:cNvPr>
          <p:cNvSpPr txBox="1"/>
          <p:nvPr/>
        </p:nvSpPr>
        <p:spPr>
          <a:xfrm>
            <a:off x="449367" y="2056686"/>
            <a:ext cx="1128665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	      		Descrição</a:t>
            </a:r>
          </a:p>
          <a:p>
            <a:r>
              <a:rPr lang="pt-BR" dirty="0" err="1"/>
              <a:t>toISOString</a:t>
            </a:r>
            <a:r>
              <a:rPr lang="pt-BR" dirty="0"/>
              <a:t>()   		Retorna a data como uma </a:t>
            </a:r>
            <a:r>
              <a:rPr lang="pt-BR" dirty="0" err="1"/>
              <a:t>string</a:t>
            </a:r>
            <a:r>
              <a:rPr lang="pt-BR" dirty="0"/>
              <a:t>, usando o padrão ISO</a:t>
            </a:r>
          </a:p>
          <a:p>
            <a:r>
              <a:rPr lang="pt-BR" dirty="0" err="1"/>
              <a:t>toJSON</a:t>
            </a:r>
            <a:r>
              <a:rPr lang="pt-BR" dirty="0"/>
              <a:t>()   		Retorna a data como uma </a:t>
            </a:r>
            <a:r>
              <a:rPr lang="pt-BR" dirty="0" err="1"/>
              <a:t>string</a:t>
            </a:r>
            <a:r>
              <a:rPr lang="pt-BR" dirty="0"/>
              <a:t>, formatada como uma data JSON</a:t>
            </a:r>
          </a:p>
          <a:p>
            <a:r>
              <a:rPr lang="pt-BR" dirty="0" err="1"/>
              <a:t>toLocaleDateString</a:t>
            </a:r>
            <a:r>
              <a:rPr lang="pt-BR" dirty="0"/>
              <a:t>()   	Retorna a parte de data de um objeto Date como uma </a:t>
            </a:r>
            <a:r>
              <a:rPr lang="pt-BR" dirty="0" err="1"/>
              <a:t>string</a:t>
            </a:r>
            <a:r>
              <a:rPr lang="pt-BR" dirty="0"/>
              <a:t>, usando convenções de 				localidade</a:t>
            </a:r>
          </a:p>
          <a:p>
            <a:r>
              <a:rPr lang="pt-BR" dirty="0" err="1"/>
              <a:t>toLocaleTimeString</a:t>
            </a:r>
            <a:r>
              <a:rPr lang="pt-BR" dirty="0"/>
              <a:t>()   	Retorna a parte de hora de um objeto Date como uma </a:t>
            </a:r>
            <a:r>
              <a:rPr lang="pt-BR" dirty="0" err="1"/>
              <a:t>string</a:t>
            </a:r>
            <a:r>
              <a:rPr lang="pt-BR" dirty="0"/>
              <a:t>, usando convenções de 				localidade</a:t>
            </a:r>
          </a:p>
          <a:p>
            <a:r>
              <a:rPr lang="pt-BR" dirty="0" err="1"/>
              <a:t>toLocaleString</a:t>
            </a:r>
            <a:r>
              <a:rPr lang="pt-BR" dirty="0"/>
              <a:t>()   		Converte um objeto Date em uma </a:t>
            </a:r>
            <a:r>
              <a:rPr lang="pt-BR" dirty="0" err="1"/>
              <a:t>string</a:t>
            </a:r>
            <a:r>
              <a:rPr lang="pt-BR" dirty="0"/>
              <a:t>, usando convenções de localidade</a:t>
            </a:r>
          </a:p>
          <a:p>
            <a:r>
              <a:rPr lang="pt-BR" dirty="0" err="1"/>
              <a:t>toString</a:t>
            </a:r>
            <a:r>
              <a:rPr lang="pt-BR" dirty="0"/>
              <a:t>()   		Converte um objeto Date em uma </a:t>
            </a:r>
            <a:r>
              <a:rPr lang="pt-BR" dirty="0" err="1"/>
              <a:t>string</a:t>
            </a:r>
            <a:endParaRPr lang="pt-BR" dirty="0"/>
          </a:p>
          <a:p>
            <a:r>
              <a:rPr lang="pt-BR" dirty="0" err="1"/>
              <a:t>toTimeString</a:t>
            </a:r>
            <a:r>
              <a:rPr lang="pt-BR" dirty="0"/>
              <a:t>()   		Converte a parte de hora de um objeto Date em uma </a:t>
            </a:r>
            <a:r>
              <a:rPr lang="pt-BR" dirty="0" err="1"/>
              <a:t>string</a:t>
            </a:r>
            <a:endParaRPr lang="pt-BR" dirty="0"/>
          </a:p>
          <a:p>
            <a:r>
              <a:rPr lang="pt-BR" dirty="0" err="1"/>
              <a:t>toUTCString</a:t>
            </a:r>
            <a:r>
              <a:rPr lang="pt-BR" dirty="0"/>
              <a:t>()   		Converte um objeto Date em uma </a:t>
            </a:r>
            <a:r>
              <a:rPr lang="pt-BR" dirty="0" err="1"/>
              <a:t>string</a:t>
            </a:r>
            <a:r>
              <a:rPr lang="pt-BR" dirty="0"/>
              <a:t>, de acordo com a hora universal</a:t>
            </a:r>
          </a:p>
          <a:p>
            <a:r>
              <a:rPr lang="pt-BR" dirty="0"/>
              <a:t>UTC()  			 Retorna o número de milissegundos em uma data desde a meia-noite de 1º de janeiro de 			1970, de acordo com o horário UTC</a:t>
            </a:r>
          </a:p>
          <a:p>
            <a:r>
              <a:rPr lang="pt-BR" dirty="0" err="1"/>
              <a:t>valueOf</a:t>
            </a:r>
            <a:r>
              <a:rPr lang="pt-BR" dirty="0"/>
              <a:t>()   Retorna o valor primitivo de um objeto Date</a:t>
            </a:r>
          </a:p>
        </p:txBody>
      </p:sp>
    </p:spTree>
    <p:extLst>
      <p:ext uri="{BB962C8B-B14F-4D97-AF65-F5344CB8AC3E}">
        <p14:creationId xmlns:p14="http://schemas.microsoft.com/office/powerpoint/2010/main" val="3633306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10653</TotalTime>
  <Words>1138</Words>
  <Application>Microsoft Office PowerPoint</Application>
  <PresentationFormat>Widescreen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Roboto Mono</vt:lpstr>
      <vt:lpstr>Roboto Mono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79</cp:revision>
  <cp:lastPrinted>2022-07-04T12:22:48Z</cp:lastPrinted>
  <dcterms:created xsi:type="dcterms:W3CDTF">2018-09-27T21:57:56Z</dcterms:created>
  <dcterms:modified xsi:type="dcterms:W3CDTF">2022-07-06T20:56:11Z</dcterms:modified>
</cp:coreProperties>
</file>